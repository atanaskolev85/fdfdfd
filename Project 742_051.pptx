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34806006"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anas Kolev" userId="405d98af-0536-4d4a-8ba5-ffb864e9e7bc" providerId="ADAL" clId="{278098E7-2435-42C4-9F67-791B979FB937}"/>
    <pc:docChg chg="undo custSel modSld">
      <pc:chgData name="Atanas Kolev" userId="405d98af-0536-4d4a-8ba5-ffb864e9e7bc" providerId="ADAL" clId="{278098E7-2435-42C4-9F67-791B979FB937}" dt="2024-12-16T14:06:55.702" v="237" actId="1076"/>
      <pc:docMkLst>
        <pc:docMk/>
      </pc:docMkLst>
      <pc:sldChg chg="addSp delSp modSp mod">
        <pc:chgData name="Atanas Kolev" userId="405d98af-0536-4d4a-8ba5-ffb864e9e7bc" providerId="ADAL" clId="{278098E7-2435-42C4-9F67-791B979FB937}" dt="2024-12-16T14:06:55.702" v="237" actId="1076"/>
        <pc:sldMkLst>
          <pc:docMk/>
          <pc:sldMk cId="2449055919" sldId="2134806006"/>
        </pc:sldMkLst>
        <pc:spChg chg="add mod">
          <ac:chgData name="Atanas Kolev" userId="405d98af-0536-4d4a-8ba5-ffb864e9e7bc" providerId="ADAL" clId="{278098E7-2435-42C4-9F67-791B979FB937}" dt="2024-12-16T14:06:48.317" v="235" actId="571"/>
          <ac:spMkLst>
            <pc:docMk/>
            <pc:sldMk cId="2449055919" sldId="2134806006"/>
            <ac:spMk id="4" creationId="{60FB8520-FE5D-3CE8-FBBD-B5BA430A77D3}"/>
          </ac:spMkLst>
        </pc:spChg>
        <pc:spChg chg="mod">
          <ac:chgData name="Atanas Kolev" userId="405d98af-0536-4d4a-8ba5-ffb864e9e7bc" providerId="ADAL" clId="{278098E7-2435-42C4-9F67-791B979FB937}" dt="2024-12-16T14:01:17.513" v="176"/>
          <ac:spMkLst>
            <pc:docMk/>
            <pc:sldMk cId="2449055919" sldId="2134806006"/>
            <ac:spMk id="9" creationId="{8D3EBA5E-330A-4725-2A3A-A113091D4BDB}"/>
          </ac:spMkLst>
        </pc:spChg>
        <pc:spChg chg="mod">
          <ac:chgData name="Atanas Kolev" userId="405d98af-0536-4d4a-8ba5-ffb864e9e7bc" providerId="ADAL" clId="{278098E7-2435-42C4-9F67-791B979FB937}" dt="2024-12-16T13:59:43.578" v="114" actId="20577"/>
          <ac:spMkLst>
            <pc:docMk/>
            <pc:sldMk cId="2449055919" sldId="2134806006"/>
            <ac:spMk id="11" creationId="{70146424-9516-F839-A865-271B1421C6AF}"/>
          </ac:spMkLst>
        </pc:spChg>
        <pc:spChg chg="mod">
          <ac:chgData name="Atanas Kolev" userId="405d98af-0536-4d4a-8ba5-ffb864e9e7bc" providerId="ADAL" clId="{278098E7-2435-42C4-9F67-791B979FB937}" dt="2024-12-16T13:57:31.290" v="85" actId="20577"/>
          <ac:spMkLst>
            <pc:docMk/>
            <pc:sldMk cId="2449055919" sldId="2134806006"/>
            <ac:spMk id="12" creationId="{C43D1BFD-A4B1-819F-61BC-00D48067655C}"/>
          </ac:spMkLst>
        </pc:spChg>
        <pc:spChg chg="del">
          <ac:chgData name="Atanas Kolev" userId="405d98af-0536-4d4a-8ba5-ffb864e9e7bc" providerId="ADAL" clId="{278098E7-2435-42C4-9F67-791B979FB937}" dt="2024-12-16T14:05:53.332" v="223" actId="478"/>
          <ac:spMkLst>
            <pc:docMk/>
            <pc:sldMk cId="2449055919" sldId="2134806006"/>
            <ac:spMk id="13" creationId="{4C985869-4641-F188-7960-28C880884401}"/>
          </ac:spMkLst>
        </pc:spChg>
        <pc:spChg chg="add mod">
          <ac:chgData name="Atanas Kolev" userId="405d98af-0536-4d4a-8ba5-ffb864e9e7bc" providerId="ADAL" clId="{278098E7-2435-42C4-9F67-791B979FB937}" dt="2024-12-16T14:06:48.317" v="235" actId="571"/>
          <ac:spMkLst>
            <pc:docMk/>
            <pc:sldMk cId="2449055919" sldId="2134806006"/>
            <ac:spMk id="14" creationId="{5D23F9B1-AEFF-5FE4-B7DB-4965E034D090}"/>
          </ac:spMkLst>
        </pc:spChg>
        <pc:spChg chg="mod">
          <ac:chgData name="Atanas Kolev" userId="405d98af-0536-4d4a-8ba5-ffb864e9e7bc" providerId="ADAL" clId="{278098E7-2435-42C4-9F67-791B979FB937}" dt="2024-12-16T14:06:48.317" v="235" actId="571"/>
          <ac:spMkLst>
            <pc:docMk/>
            <pc:sldMk cId="2449055919" sldId="2134806006"/>
            <ac:spMk id="15" creationId="{18715DC9-9A66-504E-2548-AFCC51EF1AF5}"/>
          </ac:spMkLst>
        </pc:spChg>
        <pc:spChg chg="mod">
          <ac:chgData name="Atanas Kolev" userId="405d98af-0536-4d4a-8ba5-ffb864e9e7bc" providerId="ADAL" clId="{278098E7-2435-42C4-9F67-791B979FB937}" dt="2024-12-16T14:06:48.317" v="235" actId="571"/>
          <ac:spMkLst>
            <pc:docMk/>
            <pc:sldMk cId="2449055919" sldId="2134806006"/>
            <ac:spMk id="16" creationId="{209DF40D-79F4-9669-7D51-1AEB223DE685}"/>
          </ac:spMkLst>
        </pc:spChg>
        <pc:spChg chg="mod">
          <ac:chgData name="Atanas Kolev" userId="405d98af-0536-4d4a-8ba5-ffb864e9e7bc" providerId="ADAL" clId="{278098E7-2435-42C4-9F67-791B979FB937}" dt="2024-12-16T14:00:58.671" v="151" actId="20577"/>
          <ac:spMkLst>
            <pc:docMk/>
            <pc:sldMk cId="2449055919" sldId="2134806006"/>
            <ac:spMk id="18" creationId="{0BB6DFF2-A914-FD63-AF21-4281ECCD07B1}"/>
          </ac:spMkLst>
        </pc:spChg>
        <pc:spChg chg="mod">
          <ac:chgData name="Atanas Kolev" userId="405d98af-0536-4d4a-8ba5-ffb864e9e7bc" providerId="ADAL" clId="{278098E7-2435-42C4-9F67-791B979FB937}" dt="2024-12-16T14:06:48.317" v="235" actId="571"/>
          <ac:spMkLst>
            <pc:docMk/>
            <pc:sldMk cId="2449055919" sldId="2134806006"/>
            <ac:spMk id="19" creationId="{4DBA9072-7B9D-2D02-71A1-C85D02F0961B}"/>
          </ac:spMkLst>
        </pc:spChg>
        <pc:spChg chg="add del">
          <ac:chgData name="Atanas Kolev" userId="405d98af-0536-4d4a-8ba5-ffb864e9e7bc" providerId="ADAL" clId="{278098E7-2435-42C4-9F67-791B979FB937}" dt="2024-12-16T14:04:46.881" v="213" actId="22"/>
          <ac:spMkLst>
            <pc:docMk/>
            <pc:sldMk cId="2449055919" sldId="2134806006"/>
            <ac:spMk id="21" creationId="{C888D9E1-E7EE-9225-B054-0C5DE1F16D97}"/>
          </ac:spMkLst>
        </pc:spChg>
        <pc:spChg chg="mod">
          <ac:chgData name="Atanas Kolev" userId="405d98af-0536-4d4a-8ba5-ffb864e9e7bc" providerId="ADAL" clId="{278098E7-2435-42C4-9F67-791B979FB937}" dt="2024-12-16T14:06:48.317" v="235" actId="571"/>
          <ac:spMkLst>
            <pc:docMk/>
            <pc:sldMk cId="2449055919" sldId="2134806006"/>
            <ac:spMk id="22" creationId="{EB6EE86B-B32F-E35B-E54D-5FD9B707A0B0}"/>
          </ac:spMkLst>
        </pc:spChg>
        <pc:spChg chg="add mod">
          <ac:chgData name="Atanas Kolev" userId="405d98af-0536-4d4a-8ba5-ffb864e9e7bc" providerId="ADAL" clId="{278098E7-2435-42C4-9F67-791B979FB937}" dt="2024-12-16T14:06:48.317" v="235" actId="571"/>
          <ac:spMkLst>
            <pc:docMk/>
            <pc:sldMk cId="2449055919" sldId="2134806006"/>
            <ac:spMk id="25" creationId="{02446A24-DD1C-8E05-57B5-BC7450F33533}"/>
          </ac:spMkLst>
        </pc:spChg>
        <pc:spChg chg="mod">
          <ac:chgData name="Atanas Kolev" userId="405d98af-0536-4d4a-8ba5-ffb864e9e7bc" providerId="ADAL" clId="{278098E7-2435-42C4-9F67-791B979FB937}" dt="2024-12-16T14:00:04.602" v="148" actId="20577"/>
          <ac:spMkLst>
            <pc:docMk/>
            <pc:sldMk cId="2449055919" sldId="2134806006"/>
            <ac:spMk id="26" creationId="{5FB4CD80-277B-4E4A-1DC1-CE61BFB2BFFF}"/>
          </ac:spMkLst>
        </pc:spChg>
        <pc:spChg chg="add mod">
          <ac:chgData name="Atanas Kolev" userId="405d98af-0536-4d4a-8ba5-ffb864e9e7bc" providerId="ADAL" clId="{278098E7-2435-42C4-9F67-791B979FB937}" dt="2024-12-16T14:06:55.702" v="237" actId="1076"/>
          <ac:spMkLst>
            <pc:docMk/>
            <pc:sldMk cId="2449055919" sldId="2134806006"/>
            <ac:spMk id="27" creationId="{89F2AB12-F885-34CB-54B1-376B3A0DB77D}"/>
          </ac:spMkLst>
        </pc:spChg>
        <pc:spChg chg="mod">
          <ac:chgData name="Atanas Kolev" userId="405d98af-0536-4d4a-8ba5-ffb864e9e7bc" providerId="ADAL" clId="{278098E7-2435-42C4-9F67-791B979FB937}" dt="2024-12-16T14:05:19.231" v="220" actId="404"/>
          <ac:spMkLst>
            <pc:docMk/>
            <pc:sldMk cId="2449055919" sldId="2134806006"/>
            <ac:spMk id="28" creationId="{96FFD752-3330-8ADA-28CF-C0F8186EDC4D}"/>
          </ac:spMkLst>
        </pc:spChg>
        <pc:spChg chg="mod">
          <ac:chgData name="Atanas Kolev" userId="405d98af-0536-4d4a-8ba5-ffb864e9e7bc" providerId="ADAL" clId="{278098E7-2435-42C4-9F67-791B979FB937}" dt="2024-12-16T13:59:06.726" v="94" actId="108"/>
          <ac:spMkLst>
            <pc:docMk/>
            <pc:sldMk cId="2449055919" sldId="2134806006"/>
            <ac:spMk id="29" creationId="{0552381C-9AF4-B736-0E16-D7ED06963464}"/>
          </ac:spMkLst>
        </pc:spChg>
        <pc:spChg chg="mod">
          <ac:chgData name="Atanas Kolev" userId="405d98af-0536-4d4a-8ba5-ffb864e9e7bc" providerId="ADAL" clId="{278098E7-2435-42C4-9F67-791B979FB937}" dt="2024-12-16T14:06:48.317" v="235" actId="571"/>
          <ac:spMkLst>
            <pc:docMk/>
            <pc:sldMk cId="2449055919" sldId="2134806006"/>
            <ac:spMk id="32" creationId="{F6C94DBD-F9A0-422E-9E28-A140F2EBF663}"/>
          </ac:spMkLst>
        </pc:spChg>
        <pc:spChg chg="mod">
          <ac:chgData name="Atanas Kolev" userId="405d98af-0536-4d4a-8ba5-ffb864e9e7bc" providerId="ADAL" clId="{278098E7-2435-42C4-9F67-791B979FB937}" dt="2024-12-16T14:06:48.317" v="235" actId="571"/>
          <ac:spMkLst>
            <pc:docMk/>
            <pc:sldMk cId="2449055919" sldId="2134806006"/>
            <ac:spMk id="33" creationId="{160B5E40-8450-4970-9DEF-226C83ACB994}"/>
          </ac:spMkLst>
        </pc:spChg>
        <pc:spChg chg="mod">
          <ac:chgData name="Atanas Kolev" userId="405d98af-0536-4d4a-8ba5-ffb864e9e7bc" providerId="ADAL" clId="{278098E7-2435-42C4-9F67-791B979FB937}" dt="2024-12-16T14:06:48.317" v="235" actId="571"/>
          <ac:spMkLst>
            <pc:docMk/>
            <pc:sldMk cId="2449055919" sldId="2134806006"/>
            <ac:spMk id="42" creationId="{3D23FBE9-A849-4601-9EE2-146186D1831B}"/>
          </ac:spMkLst>
        </pc:spChg>
        <pc:spChg chg="mod">
          <ac:chgData name="Atanas Kolev" userId="405d98af-0536-4d4a-8ba5-ffb864e9e7bc" providerId="ADAL" clId="{278098E7-2435-42C4-9F67-791B979FB937}" dt="2024-12-16T14:06:48.317" v="235" actId="571"/>
          <ac:spMkLst>
            <pc:docMk/>
            <pc:sldMk cId="2449055919" sldId="2134806006"/>
            <ac:spMk id="47" creationId="{BF35928C-D098-F3AA-E5DF-8BB416300C31}"/>
          </ac:spMkLst>
        </pc:spChg>
        <pc:spChg chg="del mod">
          <ac:chgData name="Atanas Kolev" userId="405d98af-0536-4d4a-8ba5-ffb864e9e7bc" providerId="ADAL" clId="{278098E7-2435-42C4-9F67-791B979FB937}" dt="2024-12-16T14:03:40.121" v="191" actId="478"/>
          <ac:spMkLst>
            <pc:docMk/>
            <pc:sldMk cId="2449055919" sldId="2134806006"/>
            <ac:spMk id="49" creationId="{C2E2100C-B0DE-771D-CF27-03021432A2D6}"/>
          </ac:spMkLst>
        </pc:spChg>
        <pc:spChg chg="del mod">
          <ac:chgData name="Atanas Kolev" userId="405d98af-0536-4d4a-8ba5-ffb864e9e7bc" providerId="ADAL" clId="{278098E7-2435-42C4-9F67-791B979FB937}" dt="2024-12-16T14:04:06.904" v="197" actId="478"/>
          <ac:spMkLst>
            <pc:docMk/>
            <pc:sldMk cId="2449055919" sldId="2134806006"/>
            <ac:spMk id="60" creationId="{A46545A2-B253-E0C1-60AE-344D69C44D5F}"/>
          </ac:spMkLst>
        </pc:spChg>
        <pc:spChg chg="del mod">
          <ac:chgData name="Atanas Kolev" userId="405d98af-0536-4d4a-8ba5-ffb864e9e7bc" providerId="ADAL" clId="{278098E7-2435-42C4-9F67-791B979FB937}" dt="2024-12-16T14:04:20.635" v="203" actId="478"/>
          <ac:spMkLst>
            <pc:docMk/>
            <pc:sldMk cId="2449055919" sldId="2134806006"/>
            <ac:spMk id="61" creationId="{79134143-BC1F-4AF5-99C0-9821AF9378D2}"/>
          </ac:spMkLst>
        </pc:spChg>
        <pc:spChg chg="mod">
          <ac:chgData name="Atanas Kolev" userId="405d98af-0536-4d4a-8ba5-ffb864e9e7bc" providerId="ADAL" clId="{278098E7-2435-42C4-9F67-791B979FB937}" dt="2024-12-16T14:06:48.317" v="235" actId="571"/>
          <ac:spMkLst>
            <pc:docMk/>
            <pc:sldMk cId="2449055919" sldId="2134806006"/>
            <ac:spMk id="64" creationId="{4FF6A62D-513D-5D8E-CA53-418968DD0C5C}"/>
          </ac:spMkLst>
        </pc:spChg>
        <pc:spChg chg="mod">
          <ac:chgData name="Atanas Kolev" userId="405d98af-0536-4d4a-8ba5-ffb864e9e7bc" providerId="ADAL" clId="{278098E7-2435-42C4-9F67-791B979FB937}" dt="2024-12-16T14:06:48.317" v="235" actId="571"/>
          <ac:spMkLst>
            <pc:docMk/>
            <pc:sldMk cId="2449055919" sldId="2134806006"/>
            <ac:spMk id="65" creationId="{B1C5938F-4CF0-6173-BCEE-179CAF394DEB}"/>
          </ac:spMkLst>
        </pc:spChg>
        <pc:spChg chg="mod">
          <ac:chgData name="Atanas Kolev" userId="405d98af-0536-4d4a-8ba5-ffb864e9e7bc" providerId="ADAL" clId="{278098E7-2435-42C4-9F67-791B979FB937}" dt="2024-12-16T14:06:48.317" v="235" actId="571"/>
          <ac:spMkLst>
            <pc:docMk/>
            <pc:sldMk cId="2449055919" sldId="2134806006"/>
            <ac:spMk id="67" creationId="{B0BCDBD7-3C63-9BD7-09E8-E274AF118BF7}"/>
          </ac:spMkLst>
        </pc:spChg>
        <pc:spChg chg="del mod">
          <ac:chgData name="Atanas Kolev" userId="405d98af-0536-4d4a-8ba5-ffb864e9e7bc" providerId="ADAL" clId="{278098E7-2435-42C4-9F67-791B979FB937}" dt="2024-12-16T14:04:18.969" v="201" actId="478"/>
          <ac:spMkLst>
            <pc:docMk/>
            <pc:sldMk cId="2449055919" sldId="2134806006"/>
            <ac:spMk id="76" creationId="{EB792765-6696-4A86-BB17-E62B454D0D0A}"/>
          </ac:spMkLst>
        </pc:spChg>
        <pc:spChg chg="del">
          <ac:chgData name="Atanas Kolev" userId="405d98af-0536-4d4a-8ba5-ffb864e9e7bc" providerId="ADAL" clId="{278098E7-2435-42C4-9F67-791B979FB937}" dt="2024-12-16T14:01:27.627" v="177" actId="478"/>
          <ac:spMkLst>
            <pc:docMk/>
            <pc:sldMk cId="2449055919" sldId="2134806006"/>
            <ac:spMk id="81" creationId="{AEE1641B-B445-CED9-01EC-F95C189D04BC}"/>
          </ac:spMkLst>
        </pc:spChg>
        <pc:grpChg chg="mod">
          <ac:chgData name="Atanas Kolev" userId="405d98af-0536-4d4a-8ba5-ffb864e9e7bc" providerId="ADAL" clId="{278098E7-2435-42C4-9F67-791B979FB937}" dt="2024-12-16T14:06:48.317" v="235" actId="571"/>
          <ac:grpSpMkLst>
            <pc:docMk/>
            <pc:sldMk cId="2449055919" sldId="2134806006"/>
            <ac:grpSpMk id="7" creationId="{308C3074-BE9D-6DDA-582D-3CF937F6C5AA}"/>
          </ac:grpSpMkLst>
        </pc:grpChg>
        <pc:grpChg chg="mod">
          <ac:chgData name="Atanas Kolev" userId="405d98af-0536-4d4a-8ba5-ffb864e9e7bc" providerId="ADAL" clId="{278098E7-2435-42C4-9F67-791B979FB937}" dt="2024-12-16T14:06:48.317" v="235" actId="571"/>
          <ac:grpSpMkLst>
            <pc:docMk/>
            <pc:sldMk cId="2449055919" sldId="2134806006"/>
            <ac:grpSpMk id="10" creationId="{DC064E3F-550C-D3B3-BCEC-A245C052252B}"/>
          </ac:grpSpMkLst>
        </pc:grpChg>
        <pc:graphicFrameChg chg="modGraphic">
          <ac:chgData name="Atanas Kolev" userId="405d98af-0536-4d4a-8ba5-ffb864e9e7bc" providerId="ADAL" clId="{278098E7-2435-42C4-9F67-791B979FB937}" dt="2024-12-16T13:59:22.948" v="96" actId="20577"/>
          <ac:graphicFrameMkLst>
            <pc:docMk/>
            <pc:sldMk cId="2449055919" sldId="2134806006"/>
            <ac:graphicFrameMk id="83" creationId="{B1724254-95D3-4EC3-8DA1-1EA6688EDD65}"/>
          </ac:graphicFrameMkLst>
        </pc:graphicFrameChg>
        <pc:picChg chg="del">
          <ac:chgData name="Atanas Kolev" userId="405d98af-0536-4d4a-8ba5-ffb864e9e7bc" providerId="ADAL" clId="{278098E7-2435-42C4-9F67-791B979FB937}" dt="2024-12-16T14:05:53.978" v="224" actId="478"/>
          <ac:picMkLst>
            <pc:docMk/>
            <pc:sldMk cId="2449055919" sldId="2134806006"/>
            <ac:picMk id="5" creationId="{032452D5-CCE7-9AE2-A34D-09467D0D78FA}"/>
          </ac:picMkLst>
        </pc:picChg>
        <pc:picChg chg="add mod">
          <ac:chgData name="Atanas Kolev" userId="405d98af-0536-4d4a-8ba5-ffb864e9e7bc" providerId="ADAL" clId="{278098E7-2435-42C4-9F67-791B979FB937}" dt="2024-12-16T14:06:00.217" v="228" actId="1076"/>
          <ac:picMkLst>
            <pc:docMk/>
            <pc:sldMk cId="2449055919" sldId="2134806006"/>
            <ac:picMk id="24" creationId="{F561335D-130F-1B86-6B05-1349D3FC3C36}"/>
          </ac:picMkLst>
        </pc:picChg>
        <pc:cxnChg chg="mod">
          <ac:chgData name="Atanas Kolev" userId="405d98af-0536-4d4a-8ba5-ffb864e9e7bc" providerId="ADAL" clId="{278098E7-2435-42C4-9F67-791B979FB937}" dt="2024-12-16T14:06:48.317" v="235" actId="571"/>
          <ac:cxnSpMkLst>
            <pc:docMk/>
            <pc:sldMk cId="2449055919" sldId="2134806006"/>
            <ac:cxnSpMk id="80" creationId="{B2C8B8B5-3FBE-4214-8CD1-DCB533CA10D6}"/>
          </ac:cxnSpMkLst>
        </pc:cxnChg>
      </pc:sldChg>
    </pc:docChg>
  </pc:docChgLst>
  <pc:docChgLst>
    <pc:chgData name="Atanas Kolev" userId="405d98af-0536-4d4a-8ba5-ffb864e9e7bc" providerId="ADAL" clId="{04284DBA-1E44-49D6-AE4F-28208ED0F1F7}"/>
    <pc:docChg chg="modSld">
      <pc:chgData name="Atanas Kolev" userId="405d98af-0536-4d4a-8ba5-ffb864e9e7bc" providerId="ADAL" clId="{04284DBA-1E44-49D6-AE4F-28208ED0F1F7}" dt="2025-09-09T10:27:40.429" v="3"/>
      <pc:docMkLst>
        <pc:docMk/>
      </pc:docMkLst>
      <pc:sldChg chg="modSp mod">
        <pc:chgData name="Atanas Kolev" userId="405d98af-0536-4d4a-8ba5-ffb864e9e7bc" providerId="ADAL" clId="{04284DBA-1E44-49D6-AE4F-28208ED0F1F7}" dt="2025-09-09T10:27:40.429" v="3"/>
        <pc:sldMkLst>
          <pc:docMk/>
          <pc:sldMk cId="2449055919" sldId="2134806006"/>
        </pc:sldMkLst>
        <pc:spChg chg="mod">
          <ac:chgData name="Atanas Kolev" userId="405d98af-0536-4d4a-8ba5-ffb864e9e7bc" providerId="ADAL" clId="{04284DBA-1E44-49D6-AE4F-28208ED0F1F7}" dt="2025-09-09T10:27:40.429" v="3"/>
          <ac:spMkLst>
            <pc:docMk/>
            <pc:sldMk cId="2449055919" sldId="2134806006"/>
            <ac:spMk id="12" creationId="{C43D1BFD-A4B1-819F-61BC-00D48067655C}"/>
          </ac:spMkLst>
        </pc:spChg>
      </pc:sldChg>
    </pc:docChg>
  </pc:docChgLst>
  <pc:docChgLst>
    <pc:chgData name="Atanas Kolev" userId="405d98af-0536-4d4a-8ba5-ffb864e9e7bc" providerId="ADAL" clId="{6058C874-8674-4F84-BD60-16EBFB783D0A}"/>
    <pc:docChg chg="custSel modSld">
      <pc:chgData name="Atanas Kolev" userId="405d98af-0536-4d4a-8ba5-ffb864e9e7bc" providerId="ADAL" clId="{6058C874-8674-4F84-BD60-16EBFB783D0A}" dt="2024-12-16T14:18:12.025" v="16" actId="1076"/>
      <pc:docMkLst>
        <pc:docMk/>
      </pc:docMkLst>
      <pc:sldChg chg="addSp delSp modSp mod">
        <pc:chgData name="Atanas Kolev" userId="405d98af-0536-4d4a-8ba5-ffb864e9e7bc" providerId="ADAL" clId="{6058C874-8674-4F84-BD60-16EBFB783D0A}" dt="2024-12-16T14:18:12.025" v="16" actId="1076"/>
        <pc:sldMkLst>
          <pc:docMk/>
          <pc:sldMk cId="2449055919" sldId="2134806006"/>
        </pc:sldMkLst>
        <pc:spChg chg="mod">
          <ac:chgData name="Atanas Kolev" userId="405d98af-0536-4d4a-8ba5-ffb864e9e7bc" providerId="ADAL" clId="{6058C874-8674-4F84-BD60-16EBFB783D0A}" dt="2024-12-16T14:16:38.849" v="0"/>
          <ac:spMkLst>
            <pc:docMk/>
            <pc:sldMk cId="2449055919" sldId="2134806006"/>
            <ac:spMk id="2" creationId="{6C8BA1DE-C533-4FCD-9032-3255F3915507}"/>
          </ac:spMkLst>
        </pc:spChg>
        <pc:spChg chg="mod">
          <ac:chgData name="Atanas Kolev" userId="405d98af-0536-4d4a-8ba5-ffb864e9e7bc" providerId="ADAL" clId="{6058C874-8674-4F84-BD60-16EBFB783D0A}" dt="2024-12-16T14:17:26.292" v="7" actId="20577"/>
          <ac:spMkLst>
            <pc:docMk/>
            <pc:sldMk cId="2449055919" sldId="2134806006"/>
            <ac:spMk id="4" creationId="{60FB8520-FE5D-3CE8-FBBD-B5BA430A77D3}"/>
          </ac:spMkLst>
        </pc:spChg>
        <pc:spChg chg="mod">
          <ac:chgData name="Atanas Kolev" userId="405d98af-0536-4d4a-8ba5-ffb864e9e7bc" providerId="ADAL" clId="{6058C874-8674-4F84-BD60-16EBFB783D0A}" dt="2024-12-16T14:17:32.223" v="8" actId="20577"/>
          <ac:spMkLst>
            <pc:docMk/>
            <pc:sldMk cId="2449055919" sldId="2134806006"/>
            <ac:spMk id="14" creationId="{5D23F9B1-AEFF-5FE4-B7DB-4965E034D090}"/>
          </ac:spMkLst>
        </pc:spChg>
        <pc:spChg chg="mod">
          <ac:chgData name="Atanas Kolev" userId="405d98af-0536-4d4a-8ba5-ffb864e9e7bc" providerId="ADAL" clId="{6058C874-8674-4F84-BD60-16EBFB783D0A}" dt="2024-12-16T14:17:42.765" v="10" actId="20577"/>
          <ac:spMkLst>
            <pc:docMk/>
            <pc:sldMk cId="2449055919" sldId="2134806006"/>
            <ac:spMk id="25" creationId="{02446A24-DD1C-8E05-57B5-BC7450F33533}"/>
          </ac:spMkLst>
        </pc:spChg>
        <pc:spChg chg="mod">
          <ac:chgData name="Atanas Kolev" userId="405d98af-0536-4d4a-8ba5-ffb864e9e7bc" providerId="ADAL" clId="{6058C874-8674-4F84-BD60-16EBFB783D0A}" dt="2024-12-16T14:17:47.058" v="11" actId="20577"/>
          <ac:spMkLst>
            <pc:docMk/>
            <pc:sldMk cId="2449055919" sldId="2134806006"/>
            <ac:spMk id="27" creationId="{89F2AB12-F885-34CB-54B1-376B3A0DB77D}"/>
          </ac:spMkLst>
        </pc:spChg>
        <pc:spChg chg="mod">
          <ac:chgData name="Atanas Kolev" userId="405d98af-0536-4d4a-8ba5-ffb864e9e7bc" providerId="ADAL" clId="{6058C874-8674-4F84-BD60-16EBFB783D0A}" dt="2024-12-16T14:16:42.715" v="1" actId="20577"/>
          <ac:spMkLst>
            <pc:docMk/>
            <pc:sldMk cId="2449055919" sldId="2134806006"/>
            <ac:spMk id="29" creationId="{0552381C-9AF4-B736-0E16-D7ED06963464}"/>
          </ac:spMkLst>
        </pc:spChg>
        <pc:spChg chg="mod">
          <ac:chgData name="Atanas Kolev" userId="405d98af-0536-4d4a-8ba5-ffb864e9e7bc" providerId="ADAL" clId="{6058C874-8674-4F84-BD60-16EBFB783D0A}" dt="2024-12-16T14:17:17.519" v="6" actId="20577"/>
          <ac:spMkLst>
            <pc:docMk/>
            <pc:sldMk cId="2449055919" sldId="2134806006"/>
            <ac:spMk id="47" creationId="{BF35928C-D098-F3AA-E5DF-8BB416300C31}"/>
          </ac:spMkLst>
        </pc:spChg>
        <pc:graphicFrameChg chg="modGraphic">
          <ac:chgData name="Atanas Kolev" userId="405d98af-0536-4d4a-8ba5-ffb864e9e7bc" providerId="ADAL" clId="{6058C874-8674-4F84-BD60-16EBFB783D0A}" dt="2024-12-16T14:16:56.963" v="5" actId="20577"/>
          <ac:graphicFrameMkLst>
            <pc:docMk/>
            <pc:sldMk cId="2449055919" sldId="2134806006"/>
            <ac:graphicFrameMk id="83" creationId="{B1724254-95D3-4EC3-8DA1-1EA6688EDD65}"/>
          </ac:graphicFrameMkLst>
        </pc:graphicFrameChg>
        <pc:picChg chg="add mod">
          <ac:chgData name="Atanas Kolev" userId="405d98af-0536-4d4a-8ba5-ffb864e9e7bc" providerId="ADAL" clId="{6058C874-8674-4F84-BD60-16EBFB783D0A}" dt="2024-12-16T14:18:12.025" v="16" actId="1076"/>
          <ac:picMkLst>
            <pc:docMk/>
            <pc:sldMk cId="2449055919" sldId="2134806006"/>
            <ac:picMk id="13" creationId="{43AF229F-82CC-2870-B038-CA60A5A6F1C8}"/>
          </ac:picMkLst>
        </pc:picChg>
        <pc:picChg chg="del">
          <ac:chgData name="Atanas Kolev" userId="405d98af-0536-4d4a-8ba5-ffb864e9e7bc" providerId="ADAL" clId="{6058C874-8674-4F84-BD60-16EBFB783D0A}" dt="2024-12-16T14:18:03.529" v="12" actId="478"/>
          <ac:picMkLst>
            <pc:docMk/>
            <pc:sldMk cId="2449055919" sldId="2134806006"/>
            <ac:picMk id="24" creationId="{F561335D-130F-1B86-6B05-1349D3FC3C36}"/>
          </ac:picMkLst>
        </pc:picChg>
      </pc:sldChg>
    </pc:docChg>
  </pc:docChgLst>
  <pc:docChgLst>
    <pc:chgData name="Atanas Kolev" userId="405d98af-0536-4d4a-8ba5-ffb864e9e7bc" providerId="ADAL" clId="{87BC646D-B552-4C63-8143-621DF2B88374}"/>
    <pc:docChg chg="redo custSel modSld">
      <pc:chgData name="Atanas Kolev" userId="405d98af-0536-4d4a-8ba5-ffb864e9e7bc" providerId="ADAL" clId="{87BC646D-B552-4C63-8143-621DF2B88374}" dt="2024-12-16T13:50:38.523" v="9" actId="6549"/>
      <pc:docMkLst>
        <pc:docMk/>
      </pc:docMkLst>
      <pc:sldChg chg="modSp mod">
        <pc:chgData name="Atanas Kolev" userId="405d98af-0536-4d4a-8ba5-ffb864e9e7bc" providerId="ADAL" clId="{87BC646D-B552-4C63-8143-621DF2B88374}" dt="2024-12-16T13:50:38.523" v="9" actId="6549"/>
        <pc:sldMkLst>
          <pc:docMk/>
          <pc:sldMk cId="2449055919" sldId="2134806006"/>
        </pc:sldMkLst>
        <pc:spChg chg="mod">
          <ac:chgData name="Atanas Kolev" userId="405d98af-0536-4d4a-8ba5-ffb864e9e7bc" providerId="ADAL" clId="{87BC646D-B552-4C63-8143-621DF2B88374}" dt="2024-12-16T13:50:37.998" v="6" actId="20577"/>
          <ac:spMkLst>
            <pc:docMk/>
            <pc:sldMk cId="2449055919" sldId="2134806006"/>
            <ac:spMk id="2" creationId="{6C8BA1DE-C533-4FCD-9032-3255F3915507}"/>
          </ac:spMkLst>
        </pc:spChg>
        <pc:spChg chg="mod">
          <ac:chgData name="Atanas Kolev" userId="405d98af-0536-4d4a-8ba5-ffb864e9e7bc" providerId="ADAL" clId="{87BC646D-B552-4C63-8143-621DF2B88374}" dt="2024-12-16T13:50:38.523" v="9" actId="6549"/>
          <ac:spMkLst>
            <pc:docMk/>
            <pc:sldMk cId="2449055919" sldId="2134806006"/>
            <ac:spMk id="6" creationId="{C06B518A-4CC4-458E-9D3D-5136188C7803}"/>
          </ac:spMkLst>
        </pc:spChg>
      </pc:sldChg>
    </pc:docChg>
  </pc:docChgLst>
  <pc:docChgLst>
    <pc:chgData name="Atanas Kolev" userId="405d98af-0536-4d4a-8ba5-ffb864e9e7bc" providerId="ADAL" clId="{E178A830-F678-4742-92B2-0B394BFBF652}"/>
    <pc:docChg chg="undo custSel modSld">
      <pc:chgData name="Atanas Kolev" userId="405d98af-0536-4d4a-8ba5-ffb864e9e7bc" providerId="ADAL" clId="{E178A830-F678-4742-92B2-0B394BFBF652}" dt="2025-09-03T06:15:10.196" v="639" actId="14100"/>
      <pc:docMkLst>
        <pc:docMk/>
      </pc:docMkLst>
      <pc:sldChg chg="addSp delSp modSp mod">
        <pc:chgData name="Atanas Kolev" userId="405d98af-0536-4d4a-8ba5-ffb864e9e7bc" providerId="ADAL" clId="{E178A830-F678-4742-92B2-0B394BFBF652}" dt="2025-09-03T06:15:10.196" v="639" actId="14100"/>
        <pc:sldMkLst>
          <pc:docMk/>
          <pc:sldMk cId="2449055919" sldId="2134806006"/>
        </pc:sldMkLst>
        <pc:spChg chg="mod">
          <ac:chgData name="Atanas Kolev" userId="405d98af-0536-4d4a-8ba5-ffb864e9e7bc" providerId="ADAL" clId="{E178A830-F678-4742-92B2-0B394BFBF652}" dt="2025-09-03T06:15:10.196" v="639" actId="14100"/>
          <ac:spMkLst>
            <pc:docMk/>
            <pc:sldMk cId="2449055919" sldId="2134806006"/>
            <ac:spMk id="2" creationId="{6C8BA1DE-C533-4FCD-9032-3255F3915507}"/>
          </ac:spMkLst>
        </pc:spChg>
        <pc:spChg chg="add mod">
          <ac:chgData name="Atanas Kolev" userId="405d98af-0536-4d4a-8ba5-ffb864e9e7bc" providerId="ADAL" clId="{E178A830-F678-4742-92B2-0B394BFBF652}" dt="2025-09-03T06:03:26.621" v="511" actId="207"/>
          <ac:spMkLst>
            <pc:docMk/>
            <pc:sldMk cId="2449055919" sldId="2134806006"/>
            <ac:spMk id="4" creationId="{531A4BCA-7B6B-66C9-1C7B-F45F44B5CC71}"/>
          </ac:spMkLst>
        </pc:spChg>
        <pc:spChg chg="mod">
          <ac:chgData name="Atanas Kolev" userId="405d98af-0536-4d4a-8ba5-ffb864e9e7bc" providerId="ADAL" clId="{E178A830-F678-4742-92B2-0B394BFBF652}" dt="2025-09-03T06:13:17.606" v="619" actId="207"/>
          <ac:spMkLst>
            <pc:docMk/>
            <pc:sldMk cId="2449055919" sldId="2134806006"/>
            <ac:spMk id="8" creationId="{AE8FA6F1-20E1-49EE-9126-1748731CFA6F}"/>
          </ac:spMkLst>
        </pc:spChg>
        <pc:spChg chg="mod">
          <ac:chgData name="Atanas Kolev" userId="405d98af-0536-4d4a-8ba5-ffb864e9e7bc" providerId="ADAL" clId="{E178A830-F678-4742-92B2-0B394BFBF652}" dt="2025-09-03T06:13:31.806" v="625" actId="207"/>
          <ac:spMkLst>
            <pc:docMk/>
            <pc:sldMk cId="2449055919" sldId="2134806006"/>
            <ac:spMk id="9" creationId="{8D3EBA5E-330A-4725-2A3A-A113091D4BDB}"/>
          </ac:spMkLst>
        </pc:spChg>
        <pc:spChg chg="mod">
          <ac:chgData name="Atanas Kolev" userId="405d98af-0536-4d4a-8ba5-ffb864e9e7bc" providerId="ADAL" clId="{E178A830-F678-4742-92B2-0B394BFBF652}" dt="2025-09-01T17:02:01.818" v="133" actId="20577"/>
          <ac:spMkLst>
            <pc:docMk/>
            <pc:sldMk cId="2449055919" sldId="2134806006"/>
            <ac:spMk id="11" creationId="{70146424-9516-F839-A865-271B1421C6AF}"/>
          </ac:spMkLst>
        </pc:spChg>
        <pc:spChg chg="mod">
          <ac:chgData name="Atanas Kolev" userId="405d98af-0536-4d4a-8ba5-ffb864e9e7bc" providerId="ADAL" clId="{E178A830-F678-4742-92B2-0B394BFBF652}" dt="2025-09-03T06:13:13.468" v="617" actId="207"/>
          <ac:spMkLst>
            <pc:docMk/>
            <pc:sldMk cId="2449055919" sldId="2134806006"/>
            <ac:spMk id="12" creationId="{C43D1BFD-A4B1-819F-61BC-00D48067655C}"/>
          </ac:spMkLst>
        </pc:spChg>
        <pc:spChg chg="mod">
          <ac:chgData name="Atanas Kolev" userId="405d98af-0536-4d4a-8ba5-ffb864e9e7bc" providerId="ADAL" clId="{E178A830-F678-4742-92B2-0B394BFBF652}" dt="2025-09-01T17:05:46.189" v="272"/>
          <ac:spMkLst>
            <pc:docMk/>
            <pc:sldMk cId="2449055919" sldId="2134806006"/>
            <ac:spMk id="17" creationId="{C348A0FC-F011-EE25-16B7-955B6FC4644D}"/>
          </ac:spMkLst>
        </pc:spChg>
        <pc:spChg chg="mod">
          <ac:chgData name="Atanas Kolev" userId="405d98af-0536-4d4a-8ba5-ffb864e9e7bc" providerId="ADAL" clId="{E178A830-F678-4742-92B2-0B394BFBF652}" dt="2025-09-03T06:13:26.294" v="623" actId="207"/>
          <ac:spMkLst>
            <pc:docMk/>
            <pc:sldMk cId="2449055919" sldId="2134806006"/>
            <ac:spMk id="18" creationId="{0BB6DFF2-A914-FD63-AF21-4281ECCD07B1}"/>
          </ac:spMkLst>
        </pc:spChg>
        <pc:spChg chg="mod">
          <ac:chgData name="Atanas Kolev" userId="405d98af-0536-4d4a-8ba5-ffb864e9e7bc" providerId="ADAL" clId="{E178A830-F678-4742-92B2-0B394BFBF652}" dt="2025-09-03T06:13:21.402" v="621" actId="207"/>
          <ac:spMkLst>
            <pc:docMk/>
            <pc:sldMk cId="2449055919" sldId="2134806006"/>
            <ac:spMk id="20" creationId="{CFDFB44C-7192-FADB-A630-03BDE8AF894C}"/>
          </ac:spMkLst>
        </pc:spChg>
        <pc:spChg chg="mod">
          <ac:chgData name="Atanas Kolev" userId="405d98af-0536-4d4a-8ba5-ffb864e9e7bc" providerId="ADAL" clId="{E178A830-F678-4742-92B2-0B394BFBF652}" dt="2025-09-01T17:05:46.189" v="272"/>
          <ac:spMkLst>
            <pc:docMk/>
            <pc:sldMk cId="2449055919" sldId="2134806006"/>
            <ac:spMk id="24" creationId="{DA840EC1-816A-5FE3-B356-DD99A0DDE493}"/>
          </ac:spMkLst>
        </pc:spChg>
        <pc:spChg chg="mod">
          <ac:chgData name="Atanas Kolev" userId="405d98af-0536-4d4a-8ba5-ffb864e9e7bc" providerId="ADAL" clId="{E178A830-F678-4742-92B2-0B394BFBF652}" dt="2025-09-03T06:14:20.176" v="636" actId="207"/>
          <ac:spMkLst>
            <pc:docMk/>
            <pc:sldMk cId="2449055919" sldId="2134806006"/>
            <ac:spMk id="26" creationId="{5FB4CD80-277B-4E4A-1DC1-CE61BFB2BFFF}"/>
          </ac:spMkLst>
        </pc:spChg>
        <pc:spChg chg="del">
          <ac:chgData name="Atanas Kolev" userId="405d98af-0536-4d4a-8ba5-ffb864e9e7bc" providerId="ADAL" clId="{E178A830-F678-4742-92B2-0B394BFBF652}" dt="2025-09-01T17:05:56.173" v="273" actId="478"/>
          <ac:spMkLst>
            <pc:docMk/>
            <pc:sldMk cId="2449055919" sldId="2134806006"/>
            <ac:spMk id="28" creationId="{96FFD752-3330-8ADA-28CF-C0F8186EDC4D}"/>
          </ac:spMkLst>
        </pc:spChg>
        <pc:spChg chg="mod">
          <ac:chgData name="Atanas Kolev" userId="405d98af-0536-4d4a-8ba5-ffb864e9e7bc" providerId="ADAL" clId="{E178A830-F678-4742-92B2-0B394BFBF652}" dt="2025-09-01T17:08:41.737" v="333" actId="20577"/>
          <ac:spMkLst>
            <pc:docMk/>
            <pc:sldMk cId="2449055919" sldId="2134806006"/>
            <ac:spMk id="29" creationId="{0552381C-9AF4-B736-0E16-D7ED06963464}"/>
          </ac:spMkLst>
        </pc:spChg>
        <pc:spChg chg="mod">
          <ac:chgData name="Atanas Kolev" userId="405d98af-0536-4d4a-8ba5-ffb864e9e7bc" providerId="ADAL" clId="{E178A830-F678-4742-92B2-0B394BFBF652}" dt="2025-09-01T17:05:46.189" v="272"/>
          <ac:spMkLst>
            <pc:docMk/>
            <pc:sldMk cId="2449055919" sldId="2134806006"/>
            <ac:spMk id="30" creationId="{1EC0F07F-F78A-88A5-5F2F-B48A4F963576}"/>
          </ac:spMkLst>
        </pc:spChg>
        <pc:spChg chg="mod">
          <ac:chgData name="Atanas Kolev" userId="405d98af-0536-4d4a-8ba5-ffb864e9e7bc" providerId="ADAL" clId="{E178A830-F678-4742-92B2-0B394BFBF652}" dt="2025-09-01T17:05:46.189" v="272"/>
          <ac:spMkLst>
            <pc:docMk/>
            <pc:sldMk cId="2449055919" sldId="2134806006"/>
            <ac:spMk id="31" creationId="{0BA063F6-71E8-645E-1B86-72ED4A0B48FE}"/>
          </ac:spMkLst>
        </pc:spChg>
        <pc:spChg chg="mod">
          <ac:chgData name="Atanas Kolev" userId="405d98af-0536-4d4a-8ba5-ffb864e9e7bc" providerId="ADAL" clId="{E178A830-F678-4742-92B2-0B394BFBF652}" dt="2025-09-01T17:05:46.189" v="272"/>
          <ac:spMkLst>
            <pc:docMk/>
            <pc:sldMk cId="2449055919" sldId="2134806006"/>
            <ac:spMk id="34" creationId="{32E6E277-69A7-C715-B756-9DAD0D66DA00}"/>
          </ac:spMkLst>
        </pc:spChg>
        <pc:spChg chg="mod">
          <ac:chgData name="Atanas Kolev" userId="405d98af-0536-4d4a-8ba5-ffb864e9e7bc" providerId="ADAL" clId="{E178A830-F678-4742-92B2-0B394BFBF652}" dt="2025-09-01T17:05:46.189" v="272"/>
          <ac:spMkLst>
            <pc:docMk/>
            <pc:sldMk cId="2449055919" sldId="2134806006"/>
            <ac:spMk id="35" creationId="{3B8C18FE-7C0F-9169-F144-71A9FA5F3A6D}"/>
          </ac:spMkLst>
        </pc:spChg>
        <pc:spChg chg="mod">
          <ac:chgData name="Atanas Kolev" userId="405d98af-0536-4d4a-8ba5-ffb864e9e7bc" providerId="ADAL" clId="{E178A830-F678-4742-92B2-0B394BFBF652}" dt="2025-09-01T17:05:46.189" v="272"/>
          <ac:spMkLst>
            <pc:docMk/>
            <pc:sldMk cId="2449055919" sldId="2134806006"/>
            <ac:spMk id="36" creationId="{9E0E2D8E-F4DF-87A3-CAAA-11739ED581F9}"/>
          </ac:spMkLst>
        </pc:spChg>
        <pc:spChg chg="mod">
          <ac:chgData name="Atanas Kolev" userId="405d98af-0536-4d4a-8ba5-ffb864e9e7bc" providerId="ADAL" clId="{E178A830-F678-4742-92B2-0B394BFBF652}" dt="2025-09-01T17:05:46.189" v="272"/>
          <ac:spMkLst>
            <pc:docMk/>
            <pc:sldMk cId="2449055919" sldId="2134806006"/>
            <ac:spMk id="37" creationId="{BDB7B595-D61D-0B73-C8B1-8EA4596BF71D}"/>
          </ac:spMkLst>
        </pc:spChg>
        <pc:spChg chg="mod">
          <ac:chgData name="Atanas Kolev" userId="405d98af-0536-4d4a-8ba5-ffb864e9e7bc" providerId="ADAL" clId="{E178A830-F678-4742-92B2-0B394BFBF652}" dt="2025-09-01T17:05:46.189" v="272"/>
          <ac:spMkLst>
            <pc:docMk/>
            <pc:sldMk cId="2449055919" sldId="2134806006"/>
            <ac:spMk id="38" creationId="{F3B34215-7F6B-BF1F-B8A9-6F03003D6216}"/>
          </ac:spMkLst>
        </pc:spChg>
        <pc:spChg chg="mod">
          <ac:chgData name="Atanas Kolev" userId="405d98af-0536-4d4a-8ba5-ffb864e9e7bc" providerId="ADAL" clId="{E178A830-F678-4742-92B2-0B394BFBF652}" dt="2025-09-01T17:05:46.189" v="272"/>
          <ac:spMkLst>
            <pc:docMk/>
            <pc:sldMk cId="2449055919" sldId="2134806006"/>
            <ac:spMk id="39" creationId="{031DC0BA-D02D-AED5-EB54-5D5A3C4B6AA2}"/>
          </ac:spMkLst>
        </pc:spChg>
        <pc:spChg chg="mod">
          <ac:chgData name="Atanas Kolev" userId="405d98af-0536-4d4a-8ba5-ffb864e9e7bc" providerId="ADAL" clId="{E178A830-F678-4742-92B2-0B394BFBF652}" dt="2025-09-01T17:05:46.189" v="272"/>
          <ac:spMkLst>
            <pc:docMk/>
            <pc:sldMk cId="2449055919" sldId="2134806006"/>
            <ac:spMk id="40" creationId="{5C25DB9D-E543-F528-BDAC-9B818D33C910}"/>
          </ac:spMkLst>
        </pc:spChg>
        <pc:spChg chg="mod">
          <ac:chgData name="Atanas Kolev" userId="405d98af-0536-4d4a-8ba5-ffb864e9e7bc" providerId="ADAL" clId="{E178A830-F678-4742-92B2-0B394BFBF652}" dt="2025-09-01T17:05:46.189" v="272"/>
          <ac:spMkLst>
            <pc:docMk/>
            <pc:sldMk cId="2449055919" sldId="2134806006"/>
            <ac:spMk id="41" creationId="{D911F5C6-D25F-CA1A-09E3-6E40DFB02989}"/>
          </ac:spMkLst>
        </pc:spChg>
        <pc:spChg chg="mod">
          <ac:chgData name="Atanas Kolev" userId="405d98af-0536-4d4a-8ba5-ffb864e9e7bc" providerId="ADAL" clId="{E178A830-F678-4742-92B2-0B394BFBF652}" dt="2025-09-01T17:05:46.189" v="272"/>
          <ac:spMkLst>
            <pc:docMk/>
            <pc:sldMk cId="2449055919" sldId="2134806006"/>
            <ac:spMk id="43" creationId="{8AC4C8A4-686F-063E-4E55-637CD780157E}"/>
          </ac:spMkLst>
        </pc:spChg>
        <pc:spChg chg="mod">
          <ac:chgData name="Atanas Kolev" userId="405d98af-0536-4d4a-8ba5-ffb864e9e7bc" providerId="ADAL" clId="{E178A830-F678-4742-92B2-0B394BFBF652}" dt="2025-09-01T17:05:46.189" v="272"/>
          <ac:spMkLst>
            <pc:docMk/>
            <pc:sldMk cId="2449055919" sldId="2134806006"/>
            <ac:spMk id="44" creationId="{71EDAC6F-9D5E-2601-EE2D-93C3FDEF342A}"/>
          </ac:spMkLst>
        </pc:spChg>
        <pc:spChg chg="mod">
          <ac:chgData name="Atanas Kolev" userId="405d98af-0536-4d4a-8ba5-ffb864e9e7bc" providerId="ADAL" clId="{E178A830-F678-4742-92B2-0B394BFBF652}" dt="2025-09-01T17:05:46.189" v="272"/>
          <ac:spMkLst>
            <pc:docMk/>
            <pc:sldMk cId="2449055919" sldId="2134806006"/>
            <ac:spMk id="45" creationId="{19C4BBC0-1319-D454-C5EB-2F06F6D4941D}"/>
          </ac:spMkLst>
        </pc:spChg>
        <pc:spChg chg="add mod">
          <ac:chgData name="Atanas Kolev" userId="405d98af-0536-4d4a-8ba5-ffb864e9e7bc" providerId="ADAL" clId="{E178A830-F678-4742-92B2-0B394BFBF652}" dt="2025-09-01T17:05:46.189" v="272"/>
          <ac:spMkLst>
            <pc:docMk/>
            <pc:sldMk cId="2449055919" sldId="2134806006"/>
            <ac:spMk id="46" creationId="{E0041FA7-E657-6A06-A2FF-368DC667755B}"/>
          </ac:spMkLst>
        </pc:spChg>
        <pc:spChg chg="mod">
          <ac:chgData name="Atanas Kolev" userId="405d98af-0536-4d4a-8ba5-ffb864e9e7bc" providerId="ADAL" clId="{E178A830-F678-4742-92B2-0B394BFBF652}" dt="2025-09-03T06:13:02.702" v="613" actId="207"/>
          <ac:spMkLst>
            <pc:docMk/>
            <pc:sldMk cId="2449055919" sldId="2134806006"/>
            <ac:spMk id="49" creationId="{C0F638D5-7242-30C7-53EE-B332042B21C6}"/>
          </ac:spMkLst>
        </pc:spChg>
        <pc:spChg chg="mod">
          <ac:chgData name="Atanas Kolev" userId="405d98af-0536-4d4a-8ba5-ffb864e9e7bc" providerId="ADAL" clId="{E178A830-F678-4742-92B2-0B394BFBF652}" dt="2025-09-03T06:13:02.702" v="613" actId="207"/>
          <ac:spMkLst>
            <pc:docMk/>
            <pc:sldMk cId="2449055919" sldId="2134806006"/>
            <ac:spMk id="52" creationId="{056CA6D8-731C-DFC7-425A-32E9EA51544D}"/>
          </ac:spMkLst>
        </pc:spChg>
        <pc:spChg chg="mod">
          <ac:chgData name="Atanas Kolev" userId="405d98af-0536-4d4a-8ba5-ffb864e9e7bc" providerId="ADAL" clId="{E178A830-F678-4742-92B2-0B394BFBF652}" dt="2025-09-03T06:13:02.702" v="613" actId="207"/>
          <ac:spMkLst>
            <pc:docMk/>
            <pc:sldMk cId="2449055919" sldId="2134806006"/>
            <ac:spMk id="53" creationId="{A066EA65-0C2C-D12C-6784-CC5F2E85AA4D}"/>
          </ac:spMkLst>
        </pc:spChg>
        <pc:spChg chg="mod">
          <ac:chgData name="Atanas Kolev" userId="405d98af-0536-4d4a-8ba5-ffb864e9e7bc" providerId="ADAL" clId="{E178A830-F678-4742-92B2-0B394BFBF652}" dt="2025-09-03T06:13:02.702" v="613" actId="207"/>
          <ac:spMkLst>
            <pc:docMk/>
            <pc:sldMk cId="2449055919" sldId="2134806006"/>
            <ac:spMk id="54" creationId="{733EF9D9-BF18-0BD6-25C3-BC6224A56ADB}"/>
          </ac:spMkLst>
        </pc:spChg>
        <pc:spChg chg="mod">
          <ac:chgData name="Atanas Kolev" userId="405d98af-0536-4d4a-8ba5-ffb864e9e7bc" providerId="ADAL" clId="{E178A830-F678-4742-92B2-0B394BFBF652}" dt="2025-09-03T06:13:02.702" v="613" actId="207"/>
          <ac:spMkLst>
            <pc:docMk/>
            <pc:sldMk cId="2449055919" sldId="2134806006"/>
            <ac:spMk id="55" creationId="{BAFFF8AD-138A-3836-3986-28B3240E5C59}"/>
          </ac:spMkLst>
        </pc:spChg>
        <pc:spChg chg="mod ord">
          <ac:chgData name="Atanas Kolev" userId="405d98af-0536-4d4a-8ba5-ffb864e9e7bc" providerId="ADAL" clId="{E178A830-F678-4742-92B2-0B394BFBF652}" dt="2025-09-03T06:13:02.702" v="613" actId="207"/>
          <ac:spMkLst>
            <pc:docMk/>
            <pc:sldMk cId="2449055919" sldId="2134806006"/>
            <ac:spMk id="56" creationId="{3A0438CA-7D02-8781-0CDE-41367C030643}"/>
          </ac:spMkLst>
        </pc:spChg>
        <pc:spChg chg="mod">
          <ac:chgData name="Atanas Kolev" userId="405d98af-0536-4d4a-8ba5-ffb864e9e7bc" providerId="ADAL" clId="{E178A830-F678-4742-92B2-0B394BFBF652}" dt="2025-09-03T06:13:02.702" v="613" actId="207"/>
          <ac:spMkLst>
            <pc:docMk/>
            <pc:sldMk cId="2449055919" sldId="2134806006"/>
            <ac:spMk id="57" creationId="{9CEBDBD3-7365-268E-FD45-A210F31C4792}"/>
          </ac:spMkLst>
        </pc:spChg>
        <pc:spChg chg="mod">
          <ac:chgData name="Atanas Kolev" userId="405d98af-0536-4d4a-8ba5-ffb864e9e7bc" providerId="ADAL" clId="{E178A830-F678-4742-92B2-0B394BFBF652}" dt="2025-09-03T06:13:02.702" v="613" actId="207"/>
          <ac:spMkLst>
            <pc:docMk/>
            <pc:sldMk cId="2449055919" sldId="2134806006"/>
            <ac:spMk id="58" creationId="{F318A296-3982-FD91-89B2-26ADDF3A5934}"/>
          </ac:spMkLst>
        </pc:spChg>
        <pc:spChg chg="mod">
          <ac:chgData name="Atanas Kolev" userId="405d98af-0536-4d4a-8ba5-ffb864e9e7bc" providerId="ADAL" clId="{E178A830-F678-4742-92B2-0B394BFBF652}" dt="2025-09-03T06:13:02.702" v="613" actId="207"/>
          <ac:spMkLst>
            <pc:docMk/>
            <pc:sldMk cId="2449055919" sldId="2134806006"/>
            <ac:spMk id="59" creationId="{0A9174B2-48EB-7AEC-641C-582DB335EB7B}"/>
          </ac:spMkLst>
        </pc:spChg>
        <pc:spChg chg="mod">
          <ac:chgData name="Atanas Kolev" userId="405d98af-0536-4d4a-8ba5-ffb864e9e7bc" providerId="ADAL" clId="{E178A830-F678-4742-92B2-0B394BFBF652}" dt="2025-09-03T06:13:02.702" v="613" actId="207"/>
          <ac:spMkLst>
            <pc:docMk/>
            <pc:sldMk cId="2449055919" sldId="2134806006"/>
            <ac:spMk id="60" creationId="{60AC9304-7B42-1E18-4963-DF69E2582592}"/>
          </ac:spMkLst>
        </pc:spChg>
        <pc:spChg chg="mod">
          <ac:chgData name="Atanas Kolev" userId="405d98af-0536-4d4a-8ba5-ffb864e9e7bc" providerId="ADAL" clId="{E178A830-F678-4742-92B2-0B394BFBF652}" dt="2025-09-03T06:13:02.702" v="613" actId="207"/>
          <ac:spMkLst>
            <pc:docMk/>
            <pc:sldMk cId="2449055919" sldId="2134806006"/>
            <ac:spMk id="61" creationId="{B7270500-EA65-4F7D-1AC4-2C05395F0757}"/>
          </ac:spMkLst>
        </pc:spChg>
        <pc:spChg chg="mod">
          <ac:chgData name="Atanas Kolev" userId="405d98af-0536-4d4a-8ba5-ffb864e9e7bc" providerId="ADAL" clId="{E178A830-F678-4742-92B2-0B394BFBF652}" dt="2025-09-03T06:13:47.877" v="632" actId="207"/>
          <ac:spMkLst>
            <pc:docMk/>
            <pc:sldMk cId="2449055919" sldId="2134806006"/>
            <ac:spMk id="62" creationId="{857F4D61-435A-EF0D-F9D2-FB0D9B3D7C4E}"/>
          </ac:spMkLst>
        </pc:spChg>
        <pc:spChg chg="mod">
          <ac:chgData name="Atanas Kolev" userId="405d98af-0536-4d4a-8ba5-ffb864e9e7bc" providerId="ADAL" clId="{E178A830-F678-4742-92B2-0B394BFBF652}" dt="2025-09-03T06:13:44.145" v="630" actId="207"/>
          <ac:spMkLst>
            <pc:docMk/>
            <pc:sldMk cId="2449055919" sldId="2134806006"/>
            <ac:spMk id="63" creationId="{142A7234-82CB-C2FB-8655-07192AD22241}"/>
          </ac:spMkLst>
        </pc:spChg>
        <pc:spChg chg="mod">
          <ac:chgData name="Atanas Kolev" userId="405d98af-0536-4d4a-8ba5-ffb864e9e7bc" providerId="ADAL" clId="{E178A830-F678-4742-92B2-0B394BFBF652}" dt="2025-09-03T06:13:40.840" v="628" actId="207"/>
          <ac:spMkLst>
            <pc:docMk/>
            <pc:sldMk cId="2449055919" sldId="2134806006"/>
            <ac:spMk id="66" creationId="{9BDE1332-22DB-1667-04F0-7E52232452D1}"/>
          </ac:spMkLst>
        </pc:spChg>
        <pc:spChg chg="mod">
          <ac:chgData name="Atanas Kolev" userId="405d98af-0536-4d4a-8ba5-ffb864e9e7bc" providerId="ADAL" clId="{E178A830-F678-4742-92B2-0B394BFBF652}" dt="2025-09-03T06:13:36.622" v="626" actId="207"/>
          <ac:spMkLst>
            <pc:docMk/>
            <pc:sldMk cId="2449055919" sldId="2134806006"/>
            <ac:spMk id="68" creationId="{7F4E28A0-5505-9F0C-B767-F4010C7B53B5}"/>
          </ac:spMkLst>
        </pc:spChg>
        <pc:spChg chg="add mod">
          <ac:chgData name="Atanas Kolev" userId="405d98af-0536-4d4a-8ba5-ffb864e9e7bc" providerId="ADAL" clId="{E178A830-F678-4742-92B2-0B394BFBF652}" dt="2025-09-03T06:03:48.185" v="513" actId="1076"/>
          <ac:spMkLst>
            <pc:docMk/>
            <pc:sldMk cId="2449055919" sldId="2134806006"/>
            <ac:spMk id="69" creationId="{BAC777DD-AD36-C4A3-22FF-DC14367C0010}"/>
          </ac:spMkLst>
        </pc:spChg>
        <pc:spChg chg="mod">
          <ac:chgData name="Atanas Kolev" userId="405d98af-0536-4d4a-8ba5-ffb864e9e7bc" providerId="ADAL" clId="{E178A830-F678-4742-92B2-0B394BFBF652}" dt="2025-09-03T06:13:08.778" v="615" actId="207"/>
          <ac:spMkLst>
            <pc:docMk/>
            <pc:sldMk cId="2449055919" sldId="2134806006"/>
            <ac:spMk id="82" creationId="{A010CC27-18E7-4757-96A3-475C86F772F9}"/>
          </ac:spMkLst>
        </pc:spChg>
        <pc:spChg chg="mod">
          <ac:chgData name="Atanas Kolev" userId="405d98af-0536-4d4a-8ba5-ffb864e9e7bc" providerId="ADAL" clId="{E178A830-F678-4742-92B2-0B394BFBF652}" dt="2025-09-03T06:14:24.800" v="638" actId="207"/>
          <ac:spMkLst>
            <pc:docMk/>
            <pc:sldMk cId="2449055919" sldId="2134806006"/>
            <ac:spMk id="142" creationId="{28F59EF8-99FA-CDCF-96DA-778C8E3B1C0E}"/>
          </ac:spMkLst>
        </pc:spChg>
        <pc:grpChg chg="add mod">
          <ac:chgData name="Atanas Kolev" userId="405d98af-0536-4d4a-8ba5-ffb864e9e7bc" providerId="ADAL" clId="{E178A830-F678-4742-92B2-0B394BFBF652}" dt="2025-09-01T17:05:46.189" v="272"/>
          <ac:grpSpMkLst>
            <pc:docMk/>
            <pc:sldMk cId="2449055919" sldId="2134806006"/>
            <ac:grpSpMk id="5" creationId="{D9759D2C-C6A2-97ED-680D-3082CC12D912}"/>
          </ac:grpSpMkLst>
        </pc:grpChg>
        <pc:grpChg chg="del">
          <ac:chgData name="Atanas Kolev" userId="405d98af-0536-4d4a-8ba5-ffb864e9e7bc" providerId="ADAL" clId="{E178A830-F678-4742-92B2-0B394BFBF652}" dt="2025-09-01T17:05:56.173" v="273" actId="478"/>
          <ac:grpSpMkLst>
            <pc:docMk/>
            <pc:sldMk cId="2449055919" sldId="2134806006"/>
            <ac:grpSpMk id="10" creationId="{DC064E3F-550C-D3B3-BCEC-A245C052252B}"/>
          </ac:grpSpMkLst>
        </pc:grpChg>
        <pc:grpChg chg="mod">
          <ac:chgData name="Atanas Kolev" userId="405d98af-0536-4d4a-8ba5-ffb864e9e7bc" providerId="ADAL" clId="{E178A830-F678-4742-92B2-0B394BFBF652}" dt="2025-09-01T17:05:46.189" v="272"/>
          <ac:grpSpMkLst>
            <pc:docMk/>
            <pc:sldMk cId="2449055919" sldId="2134806006"/>
            <ac:grpSpMk id="21" creationId="{6E29F4D3-8ABB-CF3F-AF41-67820A8E068D}"/>
          </ac:grpSpMkLst>
        </pc:grpChg>
        <pc:grpChg chg="add mod">
          <ac:chgData name="Atanas Kolev" userId="405d98af-0536-4d4a-8ba5-ffb864e9e7bc" providerId="ADAL" clId="{E178A830-F678-4742-92B2-0B394BFBF652}" dt="2025-09-03T06:13:02.702" v="613" actId="207"/>
          <ac:grpSpMkLst>
            <pc:docMk/>
            <pc:sldMk cId="2449055919" sldId="2134806006"/>
            <ac:grpSpMk id="48" creationId="{29D96F06-91FA-C94C-17B7-35DD583CA35E}"/>
          </ac:grpSpMkLst>
        </pc:grpChg>
        <pc:grpChg chg="mod">
          <ac:chgData name="Atanas Kolev" userId="405d98af-0536-4d4a-8ba5-ffb864e9e7bc" providerId="ADAL" clId="{E178A830-F678-4742-92B2-0B394BFBF652}" dt="2025-09-03T06:13:02.702" v="613" actId="207"/>
          <ac:grpSpMkLst>
            <pc:docMk/>
            <pc:sldMk cId="2449055919" sldId="2134806006"/>
            <ac:grpSpMk id="50" creationId="{E79E12FF-BE66-BD31-C49C-9A289AA8B671}"/>
          </ac:grpSpMkLst>
        </pc:grpChg>
        <pc:graphicFrameChg chg="mod modGraphic">
          <ac:chgData name="Atanas Kolev" userId="405d98af-0536-4d4a-8ba5-ffb864e9e7bc" providerId="ADAL" clId="{E178A830-F678-4742-92B2-0B394BFBF652}" dt="2025-09-01T17:08:01.411" v="290" actId="20577"/>
          <ac:graphicFrameMkLst>
            <pc:docMk/>
            <pc:sldMk cId="2449055919" sldId="2134806006"/>
            <ac:graphicFrameMk id="83" creationId="{B1724254-95D3-4EC3-8DA1-1EA6688EDD65}"/>
          </ac:graphicFrameMkLst>
        </pc:graphicFrameChg>
        <pc:picChg chg="del">
          <ac:chgData name="Atanas Kolev" userId="405d98af-0536-4d4a-8ba5-ffb864e9e7bc" providerId="ADAL" clId="{E178A830-F678-4742-92B2-0B394BFBF652}" dt="2025-09-01T16:58:47.736" v="22" actId="478"/>
          <ac:picMkLst>
            <pc:docMk/>
            <pc:sldMk cId="2449055919" sldId="2134806006"/>
            <ac:picMk id="13" creationId="{43AF229F-82CC-2870-B038-CA60A5A6F1C8}"/>
          </ac:picMkLst>
        </pc:picChg>
        <pc:cxnChg chg="mod">
          <ac:chgData name="Atanas Kolev" userId="405d98af-0536-4d4a-8ba5-ffb864e9e7bc" providerId="ADAL" clId="{E178A830-F678-4742-92B2-0B394BFBF652}" dt="2025-09-01T17:05:46.189" v="272"/>
          <ac:cxnSpMkLst>
            <pc:docMk/>
            <pc:sldMk cId="2449055919" sldId="2134806006"/>
            <ac:cxnSpMk id="23" creationId="{2C96053A-1C89-4DD7-09E9-AA6B3122D28E}"/>
          </ac:cxnSpMkLst>
        </pc:cxnChg>
        <pc:cxnChg chg="mod">
          <ac:chgData name="Atanas Kolev" userId="405d98af-0536-4d4a-8ba5-ffb864e9e7bc" providerId="ADAL" clId="{E178A830-F678-4742-92B2-0B394BFBF652}" dt="2025-09-03T06:13:02.702" v="613" actId="207"/>
          <ac:cxnSpMkLst>
            <pc:docMk/>
            <pc:sldMk cId="2449055919" sldId="2134806006"/>
            <ac:cxnSpMk id="51" creationId="{4D8917A2-F773-3A34-8E0A-1593C229007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948357-E248-43F3-9931-EE8715CCF2FF}" type="datetimeFigureOut">
              <a:rPr lang="fr-FR" smtClean="0"/>
              <a:t>09/09/2025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2BFEC-9B61-41CC-AD95-A5605AB6C572}" type="slidenum">
              <a:rPr lang="fr-FR" smtClean="0"/>
              <a:t>‹#›</a:t>
            </a:fld>
            <a:endParaRPr lang="fr-FR"/>
          </a:p>
        </p:txBody>
      </p:sp>
    </p:spTree>
    <p:extLst>
      <p:ext uri="{BB962C8B-B14F-4D97-AF65-F5344CB8AC3E}">
        <p14:creationId xmlns:p14="http://schemas.microsoft.com/office/powerpoint/2010/main" val="862262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199FD7-0C99-457B-96E4-2E959A94A188}" type="slidenum">
              <a:rPr kumimoji="0" lang="bg-B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bg-B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75541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1">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996D2FF7-F095-4541-895B-63438A4BED8E}"/>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pic>
        <p:nvPicPr>
          <p:cNvPr id="10" name="Image 5">
            <a:extLst>
              <a:ext uri="{FF2B5EF4-FFF2-40B4-BE49-F238E27FC236}">
                <a16:creationId xmlns:a16="http://schemas.microsoft.com/office/drawing/2014/main" id="{301A1340-6854-4C77-802D-6EB17E990D2A}"/>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b="30425"/>
          <a:stretch/>
        </p:blipFill>
        <p:spPr>
          <a:xfrm>
            <a:off x="0" y="0"/>
            <a:ext cx="12192000" cy="5681952"/>
          </a:xfrm>
          <a:prstGeom prst="rect">
            <a:avLst/>
          </a:prstGeom>
        </p:spPr>
      </p:pic>
      <p:sp>
        <p:nvSpPr>
          <p:cNvPr id="15" name="Footer Placeholder 4">
            <a:extLst>
              <a:ext uri="{FF2B5EF4-FFF2-40B4-BE49-F238E27FC236}">
                <a16:creationId xmlns:a16="http://schemas.microsoft.com/office/drawing/2014/main" id="{B9E9E57A-2085-445D-9D07-DC7712C2B23A}"/>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
        <p:nvSpPr>
          <p:cNvPr id="21" name="Espace réservé du texte 20"/>
          <p:cNvSpPr>
            <a:spLocks noGrp="1"/>
          </p:cNvSpPr>
          <p:nvPr>
            <p:ph type="body" sz="quarter" idx="15" hasCustomPrompt="1"/>
          </p:nvPr>
        </p:nvSpPr>
        <p:spPr>
          <a:xfrm>
            <a:off x="0" y="5021727"/>
            <a:ext cx="12192000" cy="758964"/>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userDrawn="1"/>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
        <p:nvSpPr>
          <p:cNvPr id="14" name="Rectangle 13">
            <a:extLst>
              <a:ext uri="{FF2B5EF4-FFF2-40B4-BE49-F238E27FC236}">
                <a16:creationId xmlns:a16="http://schemas.microsoft.com/office/drawing/2014/main" id="{2C248C58-E16D-417D-A099-804735C545C2}"/>
              </a:ext>
            </a:extLst>
          </p:cNvPr>
          <p:cNvSpPr/>
          <p:nvPr userDrawn="1"/>
        </p:nvSpPr>
        <p:spPr>
          <a:xfrm>
            <a:off x="23134" y="-51"/>
            <a:ext cx="12192001" cy="5021752"/>
          </a:xfrm>
          <a:prstGeom prst="rect">
            <a:avLst/>
          </a:prstGeom>
          <a:gradFill>
            <a:gsLst>
              <a:gs pos="0">
                <a:schemeClr val="tx1">
                  <a:alpha val="27000"/>
                </a:schemeClr>
              </a:gs>
              <a:gs pos="100000">
                <a:schemeClr val="accent1">
                  <a:tint val="50000"/>
                  <a:shade val="100000"/>
                  <a:satMod val="350000"/>
                  <a:alpha val="0"/>
                </a:schemeClr>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spTree>
    <p:extLst>
      <p:ext uri="{BB962C8B-B14F-4D97-AF65-F5344CB8AC3E}">
        <p14:creationId xmlns:p14="http://schemas.microsoft.com/office/powerpoint/2010/main" val="207049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5183-042A-4646-8A44-3E5DB269A17D}"/>
              </a:ext>
            </a:extLst>
          </p:cNvPr>
          <p:cNvSpPr>
            <a:spLocks noGrp="1"/>
          </p:cNvSpPr>
          <p:nvPr>
            <p:ph type="title"/>
          </p:nvPr>
        </p:nvSpPr>
        <p:spPr>
          <a:xfrm>
            <a:off x="609600" y="213785"/>
            <a:ext cx="10515600" cy="522816"/>
          </a:xfrm>
          <a:prstGeom prst="rect">
            <a:avLst/>
          </a:prstGeom>
        </p:spPr>
        <p:txBody>
          <a:bodyPr/>
          <a:lstStyle>
            <a:lvl1pPr algn="l">
              <a:defRPr sz="2400">
                <a:solidFill>
                  <a:schemeClr val="bg2"/>
                </a:solidFill>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C93F880F-9724-452D-838B-7F2BF77D51FD}"/>
              </a:ext>
            </a:extLst>
          </p:cNvPr>
          <p:cNvSpPr>
            <a:spLocks noGrp="1"/>
          </p:cNvSpPr>
          <p:nvPr>
            <p:ph type="sldNum" sz="quarter" idx="10"/>
          </p:nvPr>
        </p:nvSpPr>
        <p:spPr/>
        <p:txBody>
          <a:body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4" name="Footer Placeholder 3">
            <a:extLst>
              <a:ext uri="{FF2B5EF4-FFF2-40B4-BE49-F238E27FC236}">
                <a16:creationId xmlns:a16="http://schemas.microsoft.com/office/drawing/2014/main" id="{C776C315-DB94-40D7-A062-F1D4C6051745}"/>
              </a:ext>
            </a:extLst>
          </p:cNvPr>
          <p:cNvSpPr>
            <a:spLocks noGrp="1"/>
          </p:cNvSpPr>
          <p:nvPr>
            <p:ph type="ftr" sz="quarter" idx="11"/>
          </p:nvPr>
        </p:nvSpPr>
        <p:spPr/>
        <p:txBody>
          <a:bodyPr/>
          <a:lstStyle/>
          <a:p>
            <a:r>
              <a:rPr lang="en-US">
                <a:solidFill>
                  <a:schemeClr val="bg1"/>
                </a:solidFill>
              </a:rPr>
              <a:t>Confidential Property of Schneider Electric |</a:t>
            </a:r>
          </a:p>
        </p:txBody>
      </p:sp>
    </p:spTree>
    <p:extLst>
      <p:ext uri="{BB962C8B-B14F-4D97-AF65-F5344CB8AC3E}">
        <p14:creationId xmlns:p14="http://schemas.microsoft.com/office/powerpoint/2010/main" val="2412378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w/ Image Option1">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FD07A123-63C2-45D8-AF56-B1D2A7398307}"/>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4" name="Footer Placeholder 4">
            <a:extLst>
              <a:ext uri="{FF2B5EF4-FFF2-40B4-BE49-F238E27FC236}">
                <a16:creationId xmlns:a16="http://schemas.microsoft.com/office/drawing/2014/main" id="{9FF8E3BA-AF61-40F9-9047-EC5CDA84DDF9}"/>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4157577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llout on White">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87876C76-F748-41EA-86BB-880A49C20E33}"/>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6CFB6F1B-6EA3-4C53-B290-2F4F3B69F91A}"/>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49172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Gree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1"/>
            <a:ext cx="12192000" cy="3878280"/>
          </a:xfrm>
          <a:prstGeom prst="rect">
            <a:avLst/>
          </a:prstGeom>
          <a:solidFill>
            <a:schemeClr val="tx2">
              <a:alpha val="80000"/>
            </a:schemeClr>
          </a:solidFill>
        </p:spPr>
        <p:txBody>
          <a:bodyPr lIns="252000" tIns="0" rIns="0" bIns="252000" anchor="b" anchorCtr="0"/>
          <a:lstStyle>
            <a:lvl1pPr algn="l">
              <a:defRPr sz="3200" baseline="0">
                <a:solidFill>
                  <a:srgbClr val="FFFFFF"/>
                </a:solidFill>
              </a:defRPr>
            </a:lvl1pPr>
          </a:lstStyle>
          <a:p>
            <a:r>
              <a:rPr lang="en-US"/>
              <a:t>Click To Edit Section Title</a:t>
            </a:r>
          </a:p>
        </p:txBody>
      </p:sp>
      <p:sp>
        <p:nvSpPr>
          <p:cNvPr id="8" name="Text Placeholder 9"/>
          <p:cNvSpPr>
            <a:spLocks noGrp="1"/>
          </p:cNvSpPr>
          <p:nvPr>
            <p:ph type="body" sz="quarter" idx="11" hasCustomPrompt="1"/>
          </p:nvPr>
        </p:nvSpPr>
        <p:spPr>
          <a:xfrm>
            <a:off x="0" y="3867182"/>
            <a:ext cx="12192000" cy="497417"/>
          </a:xfrm>
          <a:prstGeom prst="rect">
            <a:avLst/>
          </a:prstGeom>
          <a:solidFill>
            <a:schemeClr val="tx2"/>
          </a:solidFill>
        </p:spPr>
        <p:txBody>
          <a:bodyPr lIns="252000" tIns="0" rIns="0" bIns="0" anchor="ctr" anchorCtr="0"/>
          <a:lstStyle>
            <a:lvl1pPr marL="0" indent="0">
              <a:buNone/>
              <a:defRPr sz="1600" baseline="0">
                <a:solidFill>
                  <a:schemeClr val="bg1"/>
                </a:solidFill>
              </a:defRPr>
            </a:lvl1pPr>
          </a:lstStyle>
          <a:p>
            <a:pPr lvl="0"/>
            <a:r>
              <a:rPr lang="en-US"/>
              <a:t>Click To Edit Optional Subtitle</a:t>
            </a:r>
          </a:p>
        </p:txBody>
      </p:sp>
      <p:sp>
        <p:nvSpPr>
          <p:cNvPr id="12" name="Slide Number Placeholder 5">
            <a:extLst>
              <a:ext uri="{FF2B5EF4-FFF2-40B4-BE49-F238E27FC236}">
                <a16:creationId xmlns:a16="http://schemas.microsoft.com/office/drawing/2014/main" id="{CD1FE688-ADE2-483C-9A5C-36C051EBBFFF}"/>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67DC9E7A-702E-4CA3-ACE7-737DE745EAE9}"/>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785424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orizontal Section Title">
    <p:spTree>
      <p:nvGrpSpPr>
        <p:cNvPr id="1" name=""/>
        <p:cNvGrpSpPr/>
        <p:nvPr/>
      </p:nvGrpSpPr>
      <p:grpSpPr>
        <a:xfrm>
          <a:off x="0" y="0"/>
          <a:ext cx="0" cy="0"/>
          <a:chOff x="0" y="0"/>
          <a:chExt cx="0" cy="0"/>
        </a:xfrm>
      </p:grpSpPr>
      <p:sp>
        <p:nvSpPr>
          <p:cNvPr id="14" name="Picture Placeholder 5"/>
          <p:cNvSpPr>
            <a:spLocks noGrp="1"/>
          </p:cNvSpPr>
          <p:nvPr>
            <p:ph type="pic" sz="quarter" idx="10" hasCustomPrompt="1"/>
          </p:nvPr>
        </p:nvSpPr>
        <p:spPr>
          <a:xfrm>
            <a:off x="0" y="0"/>
            <a:ext cx="12192000" cy="2641744"/>
          </a:xfrm>
          <a:prstGeom prst="rect">
            <a:avLst/>
          </a:prstGeom>
          <a:solidFill>
            <a:srgbClr val="8E8F93">
              <a:alpha val="20000"/>
            </a:srgbClr>
          </a:solidFill>
        </p:spPr>
        <p:txBody>
          <a:bodyPr/>
          <a:lstStyle>
            <a:lvl1pPr marL="0" indent="0">
              <a:buNone/>
              <a:defRPr sz="1400">
                <a:solidFill>
                  <a:schemeClr val="accent2">
                    <a:lumMod val="60000"/>
                    <a:lumOff val="40000"/>
                  </a:schemeClr>
                </a:solidFill>
              </a:defRPr>
            </a:lvl1pPr>
          </a:lstStyle>
          <a:p>
            <a:r>
              <a:rPr lang="en-US"/>
              <a:t>Drag Your Image Here</a:t>
            </a:r>
          </a:p>
        </p:txBody>
      </p:sp>
      <p:sp>
        <p:nvSpPr>
          <p:cNvPr id="3" name="Title 1"/>
          <p:cNvSpPr>
            <a:spLocks noGrp="1"/>
          </p:cNvSpPr>
          <p:nvPr>
            <p:ph type="title" hasCustomPrompt="1"/>
          </p:nvPr>
        </p:nvSpPr>
        <p:spPr>
          <a:xfrm>
            <a:off x="0" y="2641745"/>
            <a:ext cx="12192000" cy="4216255"/>
          </a:xfrm>
          <a:prstGeom prst="rect">
            <a:avLst/>
          </a:prstGeom>
          <a:solidFill>
            <a:schemeClr val="tx2"/>
          </a:solidFill>
        </p:spPr>
        <p:txBody>
          <a:bodyPr lIns="252000" tIns="252000" rIns="252000" bIns="252000" anchor="t" anchorCtr="0"/>
          <a:lstStyle>
            <a:lvl1pPr algn="l">
              <a:defRPr sz="3200" baseline="0">
                <a:solidFill>
                  <a:srgbClr val="FFFFFF"/>
                </a:solidFill>
              </a:defRPr>
            </a:lvl1pPr>
          </a:lstStyle>
          <a:p>
            <a:r>
              <a:rPr lang="en-US"/>
              <a:t>Click To Edit Section Title</a:t>
            </a:r>
          </a:p>
        </p:txBody>
      </p:sp>
      <p:sp>
        <p:nvSpPr>
          <p:cNvPr id="4" name="Text Placeholder 9"/>
          <p:cNvSpPr>
            <a:spLocks noGrp="1"/>
          </p:cNvSpPr>
          <p:nvPr>
            <p:ph type="body" sz="quarter" idx="11" hasCustomPrompt="1"/>
          </p:nvPr>
        </p:nvSpPr>
        <p:spPr>
          <a:xfrm>
            <a:off x="0" y="2144328"/>
            <a:ext cx="12192000" cy="497417"/>
          </a:xfrm>
          <a:prstGeom prst="rect">
            <a:avLst/>
          </a:prstGeom>
          <a:solidFill>
            <a:schemeClr val="tx2">
              <a:alpha val="80000"/>
            </a:schemeClr>
          </a:solidFill>
        </p:spPr>
        <p:txBody>
          <a:bodyPr lIns="252000" tIns="0" rIns="252000" bIns="0" anchor="ctr" anchorCtr="0"/>
          <a:lstStyle>
            <a:lvl1pPr marL="0" indent="0">
              <a:buNone/>
              <a:defRPr sz="1600" baseline="0">
                <a:solidFill>
                  <a:schemeClr val="bg1"/>
                </a:solidFill>
              </a:defRPr>
            </a:lvl1pPr>
          </a:lstStyle>
          <a:p>
            <a:pPr lvl="0"/>
            <a:r>
              <a:rPr lang="en-US"/>
              <a:t>Click To Edit Optional Subtitle</a:t>
            </a:r>
          </a:p>
        </p:txBody>
      </p:sp>
      <p:sp>
        <p:nvSpPr>
          <p:cNvPr id="10" name="Slide Number Placeholder 5">
            <a:extLst>
              <a:ext uri="{FF2B5EF4-FFF2-40B4-BE49-F238E27FC236}">
                <a16:creationId xmlns:a16="http://schemas.microsoft.com/office/drawing/2014/main" id="{FBC11D54-D1CE-40C9-9F6E-711BFA267AD9}"/>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1" name="Footer Placeholder 4">
            <a:extLst>
              <a:ext uri="{FF2B5EF4-FFF2-40B4-BE49-F238E27FC236}">
                <a16:creationId xmlns:a16="http://schemas.microsoft.com/office/drawing/2014/main" id="{6B418CF3-7F71-419E-9C9F-E27C5AE6812C}"/>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4519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w/ Green_Image  ">
    <p:spTree>
      <p:nvGrpSpPr>
        <p:cNvPr id="1" name=""/>
        <p:cNvGrpSpPr/>
        <p:nvPr/>
      </p:nvGrpSpPr>
      <p:grpSpPr>
        <a:xfrm>
          <a:off x="0" y="0"/>
          <a:ext cx="0" cy="0"/>
          <a:chOff x="0" y="0"/>
          <a:chExt cx="0" cy="0"/>
        </a:xfrm>
      </p:grpSpPr>
      <p:sp>
        <p:nvSpPr>
          <p:cNvPr id="14" name="Content Placeholder 12"/>
          <p:cNvSpPr>
            <a:spLocks noGrp="1"/>
          </p:cNvSpPr>
          <p:nvPr>
            <p:ph sz="quarter" idx="12" hasCustomPrompt="1"/>
          </p:nvPr>
        </p:nvSpPr>
        <p:spPr>
          <a:xfrm>
            <a:off x="6087534" y="-2"/>
            <a:ext cx="6104468" cy="6857999"/>
          </a:xfrm>
          <a:prstGeom prst="rect">
            <a:avLst/>
          </a:prstGeom>
          <a:solidFill>
            <a:schemeClr val="accent2">
              <a:alpha val="20000"/>
            </a:schemeClr>
          </a:solidFill>
        </p:spPr>
        <p:txBody>
          <a:bodyPr vert="horz" lIns="252000" tIns="252000" rIns="252000" bIns="252000"/>
          <a:lstStyle>
            <a:lvl1pPr marL="0" indent="0">
              <a:buNone/>
              <a:defRPr sz="1400">
                <a:solidFill>
                  <a:schemeClr val="accent2">
                    <a:lumMod val="60000"/>
                    <a:lumOff val="40000"/>
                  </a:schemeClr>
                </a:solidFill>
              </a:defRPr>
            </a:lvl1pPr>
            <a:lvl2pPr marL="590536" indent="-353475">
              <a:buFont typeface="Arial"/>
              <a:buChar char="•"/>
              <a:defRPr sz="2400">
                <a:solidFill>
                  <a:schemeClr val="accent1"/>
                </a:solidFill>
              </a:defRPr>
            </a:lvl2pPr>
            <a:lvl3pPr marL="944010" indent="-304792">
              <a:buFont typeface="Lucida Grande"/>
              <a:buChar char="–"/>
              <a:defRPr sz="2133">
                <a:solidFill>
                  <a:schemeClr val="accent1"/>
                </a:solidFill>
              </a:defRPr>
            </a:lvl3pPr>
            <a:lvl4pPr marL="1301718" indent="-304792">
              <a:buFont typeface="Lucida Grande"/>
              <a:buChar char="–"/>
              <a:defRPr sz="1867">
                <a:solidFill>
                  <a:schemeClr val="accent1"/>
                </a:solidFill>
              </a:defRPr>
            </a:lvl4pPr>
            <a:lvl5pPr marL="1678475" indent="-309026" defTabSz="419090">
              <a:buFont typeface="Lucida Grande"/>
              <a:buChar char="–"/>
              <a:defRPr sz="1867">
                <a:solidFill>
                  <a:schemeClr val="accent1"/>
                </a:solidFill>
              </a:defRPr>
            </a:lvl5pPr>
          </a:lstStyle>
          <a:p>
            <a:pPr lvl="0"/>
            <a:r>
              <a:rPr lang="en-US"/>
              <a:t>Insert Your Content Here</a:t>
            </a:r>
          </a:p>
        </p:txBody>
      </p:sp>
      <p:sp>
        <p:nvSpPr>
          <p:cNvPr id="15" name="Rectangle 14"/>
          <p:cNvSpPr/>
          <p:nvPr userDrawn="1"/>
        </p:nvSpPr>
        <p:spPr>
          <a:xfrm rot="5400000">
            <a:off x="-414349" y="356115"/>
            <a:ext cx="6857997" cy="6145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Content Placeholder 12"/>
          <p:cNvSpPr>
            <a:spLocks noGrp="1"/>
          </p:cNvSpPr>
          <p:nvPr>
            <p:ph sz="quarter" idx="11"/>
          </p:nvPr>
        </p:nvSpPr>
        <p:spPr>
          <a:xfrm>
            <a:off x="-42532" y="-3"/>
            <a:ext cx="6508655" cy="6858003"/>
          </a:xfrm>
          <a:prstGeom prst="rect">
            <a:avLst/>
          </a:prstGeom>
          <a:solidFill>
            <a:schemeClr val="tx2">
              <a:alpha val="80000"/>
            </a:schemeClr>
          </a:solidFill>
        </p:spPr>
        <p:txBody>
          <a:bodyPr vert="horz" lIns="252000" tIns="252000" rIns="252000" bIns="252000"/>
          <a:lstStyle>
            <a:lvl1pPr marL="0" indent="0">
              <a:buNone/>
              <a:defRPr sz="3200">
                <a:solidFill>
                  <a:schemeClr val="bg1"/>
                </a:solidFill>
              </a:defRPr>
            </a:lvl1pPr>
            <a:lvl2pPr marL="590536" indent="-353475">
              <a:buFont typeface="Arial"/>
              <a:buChar char="•"/>
              <a:defRPr sz="2667">
                <a:solidFill>
                  <a:schemeClr val="bg1"/>
                </a:solidFill>
              </a:defRPr>
            </a:lvl2pPr>
            <a:lvl3pPr marL="944010" indent="-304792">
              <a:buFont typeface="Lucida Grande"/>
              <a:buChar char="–"/>
              <a:defRPr sz="2400">
                <a:solidFill>
                  <a:schemeClr val="bg1"/>
                </a:solidFill>
              </a:defRPr>
            </a:lvl3pPr>
            <a:lvl4pPr marL="1301718" indent="-304792">
              <a:buFont typeface="Lucida Grande"/>
              <a:buChar char="–"/>
              <a:defRPr sz="2133">
                <a:solidFill>
                  <a:schemeClr val="bg1"/>
                </a:solidFill>
              </a:defRPr>
            </a:lvl4pPr>
            <a:lvl5pPr marL="1678475" indent="-309026" defTabSz="419090">
              <a:buFont typeface="Lucida Grande"/>
              <a:buChar char="–"/>
              <a:defRPr sz="2133">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7E931A80-EB10-4595-BD45-0E16302A67DD}"/>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DD6BF093-440F-4D3F-B8BF-F2E6CC8C69EC}"/>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2680132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hteck 7"/>
          <p:cNvSpPr/>
          <p:nvPr userDrawn="1"/>
        </p:nvSpPr>
        <p:spPr>
          <a:xfrm>
            <a:off x="6709412" y="365711"/>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chemeClr val="accent1"/>
              </a:solidFill>
              <a:latin typeface="+mn-lt"/>
              <a:ea typeface="Arial Unicode MS" pitchFamily="34" charset="-128"/>
              <a:cs typeface="Arial" pitchFamily="34" charset="0"/>
            </a:endParaRPr>
          </a:p>
        </p:txBody>
      </p:sp>
      <p:sp>
        <p:nvSpPr>
          <p:cNvPr id="11" name="Rechteck 8"/>
          <p:cNvSpPr/>
          <p:nvPr userDrawn="1"/>
        </p:nvSpPr>
        <p:spPr>
          <a:xfrm>
            <a:off x="7488357" y="365717"/>
            <a:ext cx="42672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endParaRPr lang="en-US" sz="1733" b="1">
              <a:solidFill>
                <a:schemeClr val="accent1"/>
              </a:solidFill>
              <a:latin typeface="+mn-lt"/>
              <a:cs typeface="Arial" pitchFamily="34" charset="0"/>
            </a:endParaRPr>
          </a:p>
        </p:txBody>
      </p:sp>
      <p:sp>
        <p:nvSpPr>
          <p:cNvPr id="12" name="Rechteck 10"/>
          <p:cNvSpPr/>
          <p:nvPr userDrawn="1"/>
        </p:nvSpPr>
        <p:spPr>
          <a:xfrm>
            <a:off x="6705055" y="10477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13" name="Rechteck 11"/>
          <p:cNvSpPr/>
          <p:nvPr userDrawn="1"/>
        </p:nvSpPr>
        <p:spPr>
          <a:xfrm>
            <a:off x="7498896" y="10491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31" name="Rechteck 10"/>
          <p:cNvSpPr/>
          <p:nvPr userDrawn="1"/>
        </p:nvSpPr>
        <p:spPr>
          <a:xfrm>
            <a:off x="6705055" y="1733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32" name="Rechteck 11"/>
          <p:cNvSpPr/>
          <p:nvPr userDrawn="1"/>
        </p:nvSpPr>
        <p:spPr>
          <a:xfrm>
            <a:off x="7498896" y="1734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5" name="Rechteck 10"/>
          <p:cNvSpPr/>
          <p:nvPr userDrawn="1"/>
        </p:nvSpPr>
        <p:spPr>
          <a:xfrm>
            <a:off x="6705055" y="2419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6" name="Rechteck 11"/>
          <p:cNvSpPr/>
          <p:nvPr userDrawn="1"/>
        </p:nvSpPr>
        <p:spPr>
          <a:xfrm>
            <a:off x="7498896" y="2420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7" name="Rechteck 10"/>
          <p:cNvSpPr/>
          <p:nvPr userDrawn="1"/>
        </p:nvSpPr>
        <p:spPr>
          <a:xfrm>
            <a:off x="6705055" y="31051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8" name="Rechteck 11"/>
          <p:cNvSpPr/>
          <p:nvPr userDrawn="1"/>
        </p:nvSpPr>
        <p:spPr>
          <a:xfrm>
            <a:off x="7498896" y="31065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9" name="Rechteck 10"/>
          <p:cNvSpPr/>
          <p:nvPr userDrawn="1"/>
        </p:nvSpPr>
        <p:spPr>
          <a:xfrm>
            <a:off x="6705055" y="3816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0" name="Rechteck 11"/>
          <p:cNvSpPr/>
          <p:nvPr userDrawn="1"/>
        </p:nvSpPr>
        <p:spPr>
          <a:xfrm>
            <a:off x="7498896" y="3817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1" name="Rechteck 10"/>
          <p:cNvSpPr/>
          <p:nvPr userDrawn="1"/>
        </p:nvSpPr>
        <p:spPr>
          <a:xfrm>
            <a:off x="6705055" y="4527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2" name="Rechteck 11"/>
          <p:cNvSpPr/>
          <p:nvPr userDrawn="1"/>
        </p:nvSpPr>
        <p:spPr>
          <a:xfrm>
            <a:off x="7498896" y="4528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5" name="Rechteck 10"/>
          <p:cNvSpPr/>
          <p:nvPr userDrawn="1"/>
        </p:nvSpPr>
        <p:spPr>
          <a:xfrm>
            <a:off x="6705055" y="52260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6" name="Rechteck 11"/>
          <p:cNvSpPr/>
          <p:nvPr userDrawn="1"/>
        </p:nvSpPr>
        <p:spPr>
          <a:xfrm>
            <a:off x="7498896" y="52274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24" name="Text Placeholder 4"/>
          <p:cNvSpPr>
            <a:spLocks noGrp="1"/>
          </p:cNvSpPr>
          <p:nvPr userDrawn="1">
            <p:ph type="body" sz="quarter" idx="13" hasCustomPrompt="1"/>
          </p:nvPr>
        </p:nvSpPr>
        <p:spPr>
          <a:xfrm>
            <a:off x="6672134" y="509517"/>
            <a:ext cx="679461" cy="280855"/>
          </a:xfrm>
          <a:prstGeom prst="rect">
            <a:avLst/>
          </a:prstGeom>
        </p:spPr>
        <p:txBody>
          <a:bodyPr anchor="ctr"/>
          <a:lstStyle>
            <a:lvl1pPr algn="ctr">
              <a:buNone/>
              <a:defRPr sz="1733" b="1">
                <a:solidFill>
                  <a:schemeClr val="accent1"/>
                </a:solidFill>
              </a:defRPr>
            </a:lvl1pPr>
          </a:lstStyle>
          <a:p>
            <a:r>
              <a:rPr lang="en-US"/>
              <a:t>1</a:t>
            </a:r>
          </a:p>
        </p:txBody>
      </p:sp>
      <p:sp>
        <p:nvSpPr>
          <p:cNvPr id="23" name="Text Placeholder 4"/>
          <p:cNvSpPr>
            <a:spLocks noGrp="1"/>
          </p:cNvSpPr>
          <p:nvPr userDrawn="1">
            <p:ph type="body" sz="quarter" idx="12" hasCustomPrompt="1"/>
          </p:nvPr>
        </p:nvSpPr>
        <p:spPr>
          <a:xfrm>
            <a:off x="7506176" y="527714"/>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6" name="Text Placeholder 4"/>
          <p:cNvSpPr>
            <a:spLocks noGrp="1"/>
          </p:cNvSpPr>
          <p:nvPr userDrawn="1">
            <p:ph type="body" sz="quarter" idx="15" hasCustomPrompt="1"/>
          </p:nvPr>
        </p:nvSpPr>
        <p:spPr>
          <a:xfrm>
            <a:off x="6675163" y="1167650"/>
            <a:ext cx="679461" cy="280855"/>
          </a:xfrm>
          <a:prstGeom prst="rect">
            <a:avLst/>
          </a:prstGeom>
        </p:spPr>
        <p:txBody>
          <a:bodyPr anchor="ctr"/>
          <a:lstStyle>
            <a:lvl1pPr algn="ctr">
              <a:buNone/>
              <a:defRPr sz="1733" b="1">
                <a:solidFill>
                  <a:schemeClr val="accent1"/>
                </a:solidFill>
              </a:defRPr>
            </a:lvl1pPr>
          </a:lstStyle>
          <a:p>
            <a:r>
              <a:rPr lang="en-US"/>
              <a:t>2</a:t>
            </a:r>
          </a:p>
        </p:txBody>
      </p:sp>
      <p:sp>
        <p:nvSpPr>
          <p:cNvPr id="25" name="Text Placeholder 4"/>
          <p:cNvSpPr>
            <a:spLocks noGrp="1"/>
          </p:cNvSpPr>
          <p:nvPr userDrawn="1">
            <p:ph type="body" sz="quarter" idx="14" hasCustomPrompt="1"/>
          </p:nvPr>
        </p:nvSpPr>
        <p:spPr>
          <a:xfrm>
            <a:off x="7509205" y="118584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7" name="Text Placeholder 4"/>
          <p:cNvSpPr>
            <a:spLocks noGrp="1"/>
          </p:cNvSpPr>
          <p:nvPr userDrawn="1">
            <p:ph type="body" sz="quarter" idx="16" hasCustomPrompt="1"/>
          </p:nvPr>
        </p:nvSpPr>
        <p:spPr>
          <a:xfrm>
            <a:off x="6659995" y="1880375"/>
            <a:ext cx="679461" cy="280855"/>
          </a:xfrm>
          <a:prstGeom prst="rect">
            <a:avLst/>
          </a:prstGeom>
        </p:spPr>
        <p:txBody>
          <a:bodyPr anchor="ctr"/>
          <a:lstStyle>
            <a:lvl1pPr algn="ctr">
              <a:buNone/>
              <a:defRPr sz="1733" b="1">
                <a:solidFill>
                  <a:schemeClr val="accent1"/>
                </a:solidFill>
              </a:defRPr>
            </a:lvl1pPr>
          </a:lstStyle>
          <a:p>
            <a:r>
              <a:rPr lang="en-US"/>
              <a:t>3</a:t>
            </a:r>
          </a:p>
        </p:txBody>
      </p:sp>
      <p:sp>
        <p:nvSpPr>
          <p:cNvPr id="28" name="Text Placeholder 4"/>
          <p:cNvSpPr>
            <a:spLocks noGrp="1"/>
          </p:cNvSpPr>
          <p:nvPr userDrawn="1">
            <p:ph type="body" sz="quarter" idx="17" hasCustomPrompt="1"/>
          </p:nvPr>
        </p:nvSpPr>
        <p:spPr>
          <a:xfrm>
            <a:off x="7494037" y="1898573"/>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9" name="Text Placeholder 4"/>
          <p:cNvSpPr>
            <a:spLocks noGrp="1"/>
          </p:cNvSpPr>
          <p:nvPr userDrawn="1">
            <p:ph type="body" sz="quarter" idx="18" hasCustomPrompt="1"/>
          </p:nvPr>
        </p:nvSpPr>
        <p:spPr>
          <a:xfrm>
            <a:off x="6656966" y="2568845"/>
            <a:ext cx="679461" cy="280855"/>
          </a:xfrm>
          <a:prstGeom prst="rect">
            <a:avLst/>
          </a:prstGeom>
        </p:spPr>
        <p:txBody>
          <a:bodyPr anchor="ctr"/>
          <a:lstStyle>
            <a:lvl1pPr algn="ctr">
              <a:buNone/>
              <a:defRPr sz="1733" b="1">
                <a:solidFill>
                  <a:schemeClr val="accent1"/>
                </a:solidFill>
              </a:defRPr>
            </a:lvl1pPr>
          </a:lstStyle>
          <a:p>
            <a:r>
              <a:rPr lang="en-US"/>
              <a:t>4</a:t>
            </a:r>
          </a:p>
        </p:txBody>
      </p:sp>
      <p:sp>
        <p:nvSpPr>
          <p:cNvPr id="30" name="Text Placeholder 4"/>
          <p:cNvSpPr>
            <a:spLocks noGrp="1"/>
          </p:cNvSpPr>
          <p:nvPr userDrawn="1">
            <p:ph type="body" sz="quarter" idx="19" hasCustomPrompt="1"/>
          </p:nvPr>
        </p:nvSpPr>
        <p:spPr>
          <a:xfrm>
            <a:off x="7491008" y="2587042"/>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3" name="Text Placeholder 4"/>
          <p:cNvSpPr>
            <a:spLocks noGrp="1"/>
          </p:cNvSpPr>
          <p:nvPr userDrawn="1">
            <p:ph type="body" sz="quarter" idx="20" hasCustomPrompt="1"/>
          </p:nvPr>
        </p:nvSpPr>
        <p:spPr>
          <a:xfrm>
            <a:off x="6659995" y="3226978"/>
            <a:ext cx="679461" cy="280855"/>
          </a:xfrm>
          <a:prstGeom prst="rect">
            <a:avLst/>
          </a:prstGeom>
        </p:spPr>
        <p:txBody>
          <a:bodyPr anchor="ctr"/>
          <a:lstStyle>
            <a:lvl1pPr algn="ctr">
              <a:buNone/>
              <a:defRPr sz="1733" b="1">
                <a:solidFill>
                  <a:schemeClr val="accent1"/>
                </a:solidFill>
              </a:defRPr>
            </a:lvl1pPr>
          </a:lstStyle>
          <a:p>
            <a:r>
              <a:rPr lang="en-US"/>
              <a:t>5</a:t>
            </a:r>
          </a:p>
        </p:txBody>
      </p:sp>
      <p:sp>
        <p:nvSpPr>
          <p:cNvPr id="34" name="Text Placeholder 4"/>
          <p:cNvSpPr>
            <a:spLocks noGrp="1"/>
          </p:cNvSpPr>
          <p:nvPr userDrawn="1">
            <p:ph type="body" sz="quarter" idx="21" hasCustomPrompt="1"/>
          </p:nvPr>
        </p:nvSpPr>
        <p:spPr>
          <a:xfrm>
            <a:off x="7494037" y="3245175"/>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5" name="Text Placeholder 4"/>
          <p:cNvSpPr>
            <a:spLocks noGrp="1"/>
          </p:cNvSpPr>
          <p:nvPr userDrawn="1">
            <p:ph type="body" sz="quarter" idx="22" hasCustomPrompt="1"/>
          </p:nvPr>
        </p:nvSpPr>
        <p:spPr>
          <a:xfrm>
            <a:off x="6663024" y="3939703"/>
            <a:ext cx="679461" cy="280855"/>
          </a:xfrm>
          <a:prstGeom prst="rect">
            <a:avLst/>
          </a:prstGeom>
        </p:spPr>
        <p:txBody>
          <a:bodyPr anchor="ctr"/>
          <a:lstStyle>
            <a:lvl1pPr algn="ctr">
              <a:buNone/>
              <a:defRPr sz="1733" b="1">
                <a:solidFill>
                  <a:schemeClr val="accent1"/>
                </a:solidFill>
              </a:defRPr>
            </a:lvl1pPr>
          </a:lstStyle>
          <a:p>
            <a:r>
              <a:rPr lang="en-US"/>
              <a:t>6</a:t>
            </a:r>
          </a:p>
        </p:txBody>
      </p:sp>
      <p:sp>
        <p:nvSpPr>
          <p:cNvPr id="36" name="Text Placeholder 4"/>
          <p:cNvSpPr>
            <a:spLocks noGrp="1"/>
          </p:cNvSpPr>
          <p:nvPr userDrawn="1">
            <p:ph type="body" sz="quarter" idx="23" hasCustomPrompt="1"/>
          </p:nvPr>
        </p:nvSpPr>
        <p:spPr>
          <a:xfrm>
            <a:off x="7478869" y="3957901"/>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7" name="Text Placeholder 4"/>
          <p:cNvSpPr>
            <a:spLocks noGrp="1"/>
          </p:cNvSpPr>
          <p:nvPr userDrawn="1">
            <p:ph type="body" sz="quarter" idx="24" hasCustomPrompt="1"/>
          </p:nvPr>
        </p:nvSpPr>
        <p:spPr>
          <a:xfrm>
            <a:off x="6644827" y="4649399"/>
            <a:ext cx="679461" cy="280855"/>
          </a:xfrm>
          <a:prstGeom prst="rect">
            <a:avLst/>
          </a:prstGeom>
        </p:spPr>
        <p:txBody>
          <a:bodyPr anchor="ctr"/>
          <a:lstStyle>
            <a:lvl1pPr algn="ctr">
              <a:buNone/>
              <a:defRPr sz="1733" b="1">
                <a:solidFill>
                  <a:schemeClr val="accent1"/>
                </a:solidFill>
              </a:defRPr>
            </a:lvl1pPr>
          </a:lstStyle>
          <a:p>
            <a:r>
              <a:rPr lang="en-US"/>
              <a:t>7</a:t>
            </a:r>
          </a:p>
        </p:txBody>
      </p:sp>
      <p:sp>
        <p:nvSpPr>
          <p:cNvPr id="38" name="Text Placeholder 4"/>
          <p:cNvSpPr>
            <a:spLocks noGrp="1"/>
          </p:cNvSpPr>
          <p:nvPr userDrawn="1">
            <p:ph type="body" sz="quarter" idx="25" hasCustomPrompt="1"/>
          </p:nvPr>
        </p:nvSpPr>
        <p:spPr>
          <a:xfrm>
            <a:off x="7497067" y="466759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9" name="Text Placeholder 4"/>
          <p:cNvSpPr>
            <a:spLocks noGrp="1"/>
          </p:cNvSpPr>
          <p:nvPr userDrawn="1">
            <p:ph type="body" sz="quarter" idx="26" hasCustomPrompt="1"/>
          </p:nvPr>
        </p:nvSpPr>
        <p:spPr>
          <a:xfrm>
            <a:off x="6647856" y="5362125"/>
            <a:ext cx="679461" cy="280855"/>
          </a:xfrm>
          <a:prstGeom prst="rect">
            <a:avLst/>
          </a:prstGeom>
        </p:spPr>
        <p:txBody>
          <a:bodyPr anchor="ctr"/>
          <a:lstStyle>
            <a:lvl1pPr algn="ctr">
              <a:buNone/>
              <a:defRPr sz="1733" b="1">
                <a:solidFill>
                  <a:schemeClr val="accent1"/>
                </a:solidFill>
              </a:defRPr>
            </a:lvl1pPr>
          </a:lstStyle>
          <a:p>
            <a:r>
              <a:rPr lang="en-US"/>
              <a:t>8</a:t>
            </a:r>
          </a:p>
        </p:txBody>
      </p:sp>
      <p:sp>
        <p:nvSpPr>
          <p:cNvPr id="40" name="Text Placeholder 4"/>
          <p:cNvSpPr>
            <a:spLocks noGrp="1"/>
          </p:cNvSpPr>
          <p:nvPr userDrawn="1">
            <p:ph type="body" sz="quarter" idx="27" hasCustomPrompt="1"/>
          </p:nvPr>
        </p:nvSpPr>
        <p:spPr>
          <a:xfrm>
            <a:off x="7481899" y="5380322"/>
            <a:ext cx="4194504" cy="277820"/>
          </a:xfrm>
          <a:prstGeom prst="rect">
            <a:avLst/>
          </a:prstGeom>
        </p:spPr>
        <p:txBody>
          <a:bodyPr anchor="ctr"/>
          <a:lstStyle>
            <a:lvl1pPr>
              <a:buNone/>
              <a:defRPr sz="1733" b="1">
                <a:solidFill>
                  <a:schemeClr val="accent1"/>
                </a:solidFill>
              </a:defRPr>
            </a:lvl1pPr>
          </a:lstStyle>
          <a:p>
            <a:r>
              <a:rPr lang="en-US"/>
              <a:t>Edit text</a:t>
            </a:r>
          </a:p>
        </p:txBody>
      </p:sp>
      <p:pic>
        <p:nvPicPr>
          <p:cNvPr id="41" name="Picture 40">
            <a:extLst>
              <a:ext uri="{FF2B5EF4-FFF2-40B4-BE49-F238E27FC236}">
                <a16:creationId xmlns:a16="http://schemas.microsoft.com/office/drawing/2014/main" id="{7CBC17EB-C801-438A-B7D3-07AC7C1BB0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1384" t="15406" r="29834" b="11587"/>
          <a:stretch/>
        </p:blipFill>
        <p:spPr>
          <a:xfrm>
            <a:off x="1913" y="-1381"/>
            <a:ext cx="5629928" cy="6848496"/>
          </a:xfrm>
          <a:prstGeom prst="rect">
            <a:avLst/>
          </a:prstGeom>
        </p:spPr>
      </p:pic>
      <p:sp>
        <p:nvSpPr>
          <p:cNvPr id="44" name="Text Placeholder 3">
            <a:extLst>
              <a:ext uri="{FF2B5EF4-FFF2-40B4-BE49-F238E27FC236}">
                <a16:creationId xmlns:a16="http://schemas.microsoft.com/office/drawing/2014/main" id="{D0BE7370-3A12-435A-93A8-65F6FA6B51DA}"/>
              </a:ext>
            </a:extLst>
          </p:cNvPr>
          <p:cNvSpPr>
            <a:spLocks noGrp="1"/>
          </p:cNvSpPr>
          <p:nvPr>
            <p:ph type="body" sz="quarter" idx="28" hasCustomPrompt="1"/>
          </p:nvPr>
        </p:nvSpPr>
        <p:spPr>
          <a:xfrm>
            <a:off x="5642727" y="0"/>
            <a:ext cx="725416" cy="6858000"/>
          </a:xfrm>
          <a:prstGeom prst="rect">
            <a:avLst/>
          </a:prstGeom>
          <a:solidFill>
            <a:schemeClr val="tx2">
              <a:alpha val="80000"/>
            </a:schemeClr>
          </a:solidFill>
          <a:ln>
            <a:noFill/>
          </a:ln>
        </p:spPr>
        <p:txBody>
          <a:bodyPr/>
          <a:lstStyle>
            <a:lvl1pPr marL="0" indent="0">
              <a:buNone/>
              <a:defRPr/>
            </a:lvl1pPr>
          </a:lstStyle>
          <a:p>
            <a:pPr lvl="0"/>
            <a:r>
              <a:rPr lang="en-US"/>
              <a:t> </a:t>
            </a:r>
          </a:p>
        </p:txBody>
      </p:sp>
      <p:sp>
        <p:nvSpPr>
          <p:cNvPr id="53" name="Rectangle 52">
            <a:extLst>
              <a:ext uri="{FF2B5EF4-FFF2-40B4-BE49-F238E27FC236}">
                <a16:creationId xmlns:a16="http://schemas.microsoft.com/office/drawing/2014/main" id="{C7944164-F074-4C77-BE86-F3A7549078CF}"/>
              </a:ext>
            </a:extLst>
          </p:cNvPr>
          <p:cNvSpPr/>
          <p:nvPr userDrawn="1"/>
        </p:nvSpPr>
        <p:spPr>
          <a:xfrm rot="5400000">
            <a:off x="2385936" y="3235021"/>
            <a:ext cx="6857997" cy="38795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54" name="Rectangle 53">
            <a:extLst>
              <a:ext uri="{FF2B5EF4-FFF2-40B4-BE49-F238E27FC236}">
                <a16:creationId xmlns:a16="http://schemas.microsoft.com/office/drawing/2014/main" id="{BB76D809-11B7-4E3D-AC11-B83E09337500}"/>
              </a:ext>
            </a:extLst>
          </p:cNvPr>
          <p:cNvSpPr/>
          <p:nvPr userDrawn="1"/>
        </p:nvSpPr>
        <p:spPr>
          <a:xfrm>
            <a:off x="-10749" y="0"/>
            <a:ext cx="5622071" cy="6858000"/>
          </a:xfrm>
          <a:prstGeom prst="rect">
            <a:avLst/>
          </a:prstGeom>
          <a:gradFill>
            <a:gsLst>
              <a:gs pos="0">
                <a:schemeClr val="tx1">
                  <a:alpha val="27000"/>
                </a:schemeClr>
              </a:gs>
              <a:gs pos="100000">
                <a:schemeClr val="accent1">
                  <a:tint val="50000"/>
                  <a:shade val="100000"/>
                  <a:satMod val="350000"/>
                  <a:alpha val="0"/>
                </a:schemeClr>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2" name="Slide Number Placeholder 5">
            <a:extLst>
              <a:ext uri="{FF2B5EF4-FFF2-40B4-BE49-F238E27FC236}">
                <a16:creationId xmlns:a16="http://schemas.microsoft.com/office/drawing/2014/main" id="{BAF2E7C3-9764-4DD6-A9A1-2FE278115BE4}"/>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43" name="Footer Placeholder 4">
            <a:extLst>
              <a:ext uri="{FF2B5EF4-FFF2-40B4-BE49-F238E27FC236}">
                <a16:creationId xmlns:a16="http://schemas.microsoft.com/office/drawing/2014/main" id="{80942432-071A-4A74-94B8-19502D609D25}"/>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460915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w/ Image ">
    <p:spTree>
      <p:nvGrpSpPr>
        <p:cNvPr id="1" name=""/>
        <p:cNvGrpSpPr/>
        <p:nvPr/>
      </p:nvGrpSpPr>
      <p:grpSpPr>
        <a:xfrm>
          <a:off x="0" y="0"/>
          <a:ext cx="0" cy="0"/>
          <a:chOff x="0" y="0"/>
          <a:chExt cx="0" cy="0"/>
        </a:xfrm>
      </p:grpSpPr>
      <p:sp>
        <p:nvSpPr>
          <p:cNvPr id="20" name="Content Placeholder 12"/>
          <p:cNvSpPr>
            <a:spLocks noGrp="1"/>
          </p:cNvSpPr>
          <p:nvPr>
            <p:ph sz="quarter" idx="12" hasCustomPrompt="1"/>
          </p:nvPr>
        </p:nvSpPr>
        <p:spPr>
          <a:xfrm>
            <a:off x="6151032" y="1"/>
            <a:ext cx="6040969" cy="6857999"/>
          </a:xfrm>
          <a:prstGeom prst="rect">
            <a:avLst/>
          </a:prstGeom>
          <a:solidFill>
            <a:schemeClr val="accent2">
              <a:alpha val="20000"/>
            </a:schemeClr>
          </a:solidFill>
        </p:spPr>
        <p:txBody>
          <a:bodyPr vert="horz" lIns="252000" tIns="252000" rIns="252000" bIns="252000"/>
          <a:lstStyle>
            <a:lvl1pPr marL="0" indent="0">
              <a:buNone/>
              <a:defRPr sz="1400">
                <a:solidFill>
                  <a:schemeClr val="accent1"/>
                </a:solidFill>
              </a:defRPr>
            </a:lvl1pPr>
            <a:lvl2pPr marL="590536" indent="-353475">
              <a:buFont typeface="Arial"/>
              <a:buChar char="•"/>
              <a:defRPr sz="2400">
                <a:solidFill>
                  <a:schemeClr val="accent1"/>
                </a:solidFill>
              </a:defRPr>
            </a:lvl2pPr>
            <a:lvl3pPr marL="944010" indent="-304792">
              <a:buFont typeface="Lucida Grande"/>
              <a:buChar char="–"/>
              <a:defRPr sz="2133">
                <a:solidFill>
                  <a:schemeClr val="accent1"/>
                </a:solidFill>
              </a:defRPr>
            </a:lvl3pPr>
            <a:lvl4pPr marL="1301718" indent="-304792">
              <a:buFont typeface="Lucida Grande"/>
              <a:buChar char="–"/>
              <a:defRPr sz="1867">
                <a:solidFill>
                  <a:schemeClr val="accent1"/>
                </a:solidFill>
              </a:defRPr>
            </a:lvl4pPr>
            <a:lvl5pPr marL="1678475" indent="-309026" defTabSz="419090">
              <a:buFont typeface="Lucida Grande"/>
              <a:buChar char="–"/>
              <a:defRPr sz="1867">
                <a:solidFill>
                  <a:schemeClr val="accent1"/>
                </a:solidFill>
              </a:defRPr>
            </a:lvl5pPr>
          </a:lstStyle>
          <a:p>
            <a:pPr lvl="0"/>
            <a:r>
              <a:rPr lang="en-US"/>
              <a:t>Insert Your Content Here</a:t>
            </a:r>
          </a:p>
        </p:txBody>
      </p:sp>
      <p:sp>
        <p:nvSpPr>
          <p:cNvPr id="3" name="Content Placeholder 12"/>
          <p:cNvSpPr>
            <a:spLocks noGrp="1"/>
          </p:cNvSpPr>
          <p:nvPr>
            <p:ph sz="quarter" idx="11"/>
          </p:nvPr>
        </p:nvSpPr>
        <p:spPr>
          <a:xfrm>
            <a:off x="336551" y="1310603"/>
            <a:ext cx="4999949" cy="4558569"/>
          </a:xfrm>
          <a:prstGeom prst="rect">
            <a:avLst/>
          </a:prstGeom>
          <a:noFill/>
        </p:spPr>
        <p:txBody>
          <a:bodyPr vert="horz" wrap="square" lIns="0" tIns="0" rIns="0" bIns="0">
            <a:noAutofit/>
          </a:bodyPr>
          <a:lstStyle>
            <a:lvl1pPr marL="315376" indent="-315376">
              <a:buClr>
                <a:schemeClr val="tx2"/>
              </a:buClr>
              <a:buFont typeface="Arial" panose="020B0604020202020204" pitchFamily="34" charset="0"/>
              <a:buNone/>
              <a:defRPr sz="2400">
                <a:solidFill>
                  <a:schemeClr val="accent1"/>
                </a:solidFill>
              </a:defRPr>
            </a:lvl1pPr>
            <a:lvl2pPr marL="609585" indent="-294210">
              <a:buClr>
                <a:schemeClr val="tx2"/>
              </a:buClr>
              <a:buFont typeface="Arial" panose="020B0604020202020204" pitchFamily="34" charset="0"/>
              <a:buChar char="•"/>
              <a:defRPr sz="2133">
                <a:solidFill>
                  <a:schemeClr val="accent1"/>
                </a:solidFill>
              </a:defRPr>
            </a:lvl2pPr>
            <a:lvl3pPr marL="840296" indent="-230712">
              <a:buClr>
                <a:schemeClr val="tx2"/>
              </a:buClr>
              <a:buFont typeface="Arial" panose="020B0604020202020204" pitchFamily="34" charset="0"/>
              <a:buChar char="•"/>
              <a:defRPr sz="1867">
                <a:solidFill>
                  <a:schemeClr val="accent1"/>
                </a:solidFill>
              </a:defRPr>
            </a:lvl3pPr>
            <a:lvl4pPr marL="1071007" indent="-230712">
              <a:buClr>
                <a:schemeClr val="tx2"/>
              </a:buClr>
              <a:buFont typeface="Arial" panose="020B0604020202020204" pitchFamily="34" charset="0"/>
              <a:buChar char="•"/>
              <a:defRPr sz="1867">
                <a:solidFill>
                  <a:schemeClr val="accent1"/>
                </a:solidFill>
              </a:defRPr>
            </a:lvl4pPr>
            <a:lvl5pPr marL="1303834" indent="-232828" defTabSz="419090">
              <a:buClr>
                <a:schemeClr val="tx2"/>
              </a:buClr>
              <a:buFont typeface="Arial" panose="020B0604020202020204" pitchFamily="34" charset="0"/>
              <a:buChar char="•"/>
              <a:defRPr sz="1867">
                <a:solidFill>
                  <a:schemeClr val="accent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p:cNvSpPr>
            <a:spLocks noGrp="1"/>
          </p:cNvSpPr>
          <p:nvPr>
            <p:ph type="title" hasCustomPrompt="1"/>
          </p:nvPr>
        </p:nvSpPr>
        <p:spPr>
          <a:xfrm>
            <a:off x="336551" y="464444"/>
            <a:ext cx="4999949" cy="492443"/>
          </a:xfrm>
          <a:prstGeom prst="rect">
            <a:avLst/>
          </a:prstGeom>
        </p:spPr>
        <p:txBody>
          <a:bodyPr wrap="square" lIns="0" tIns="0" rIns="0" bIns="0" anchor="ctr" anchorCtr="0">
            <a:spAutoFit/>
          </a:bodyPr>
          <a:lstStyle>
            <a:lvl1pPr algn="l">
              <a:defRPr sz="3200" baseline="0">
                <a:solidFill>
                  <a:schemeClr val="tx2"/>
                </a:solidFill>
              </a:defRPr>
            </a:lvl1pPr>
          </a:lstStyle>
          <a:p>
            <a:r>
              <a:rPr lang="en-US"/>
              <a:t>Click To Edit Section Title</a:t>
            </a:r>
          </a:p>
        </p:txBody>
      </p:sp>
      <p:sp>
        <p:nvSpPr>
          <p:cNvPr id="23" name="Rectangle 22"/>
          <p:cNvSpPr/>
          <p:nvPr userDrawn="1"/>
        </p:nvSpPr>
        <p:spPr>
          <a:xfrm rot="5400000">
            <a:off x="2473322" y="3180292"/>
            <a:ext cx="6857997" cy="49741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 name="Text Placeholder 3"/>
          <p:cNvSpPr>
            <a:spLocks noGrp="1"/>
          </p:cNvSpPr>
          <p:nvPr>
            <p:ph type="body" sz="quarter" idx="14" hasCustomPrompt="1"/>
          </p:nvPr>
        </p:nvSpPr>
        <p:spPr>
          <a:xfrm>
            <a:off x="6427255" y="464444"/>
            <a:ext cx="994836" cy="6858000"/>
          </a:xfrm>
          <a:prstGeom prst="rect">
            <a:avLst/>
          </a:prstGeom>
          <a:solidFill>
            <a:schemeClr val="tx2">
              <a:alpha val="80000"/>
            </a:schemeClr>
          </a:solidFill>
          <a:ln>
            <a:noFill/>
          </a:ln>
        </p:spPr>
        <p:txBody>
          <a:bodyPr/>
          <a:lstStyle>
            <a:lvl1pPr marL="0" indent="0">
              <a:buNone/>
              <a:defRPr/>
            </a:lvl1pPr>
          </a:lstStyle>
          <a:p>
            <a:pPr lvl="0"/>
            <a:r>
              <a:rPr lang="en-US"/>
              <a:t> </a:t>
            </a:r>
          </a:p>
        </p:txBody>
      </p:sp>
      <p:sp>
        <p:nvSpPr>
          <p:cNvPr id="12" name="Slide Number Placeholder 5">
            <a:extLst>
              <a:ext uri="{FF2B5EF4-FFF2-40B4-BE49-F238E27FC236}">
                <a16:creationId xmlns:a16="http://schemas.microsoft.com/office/drawing/2014/main" id="{91E7BF62-E000-477C-ADD7-8F7ED1C4D7C5}"/>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C15756BF-1532-415A-B9E5-B2316D415946}"/>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350208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336554" y="550704"/>
            <a:ext cx="11511375" cy="492443"/>
          </a:xfrm>
          <a:prstGeom prst="rect">
            <a:avLst/>
          </a:prstGeom>
        </p:spPr>
        <p:txBody>
          <a:bodyPr lIns="0" tIns="0" rIns="0" bIns="0" anchor="ctr" anchorCtr="0">
            <a:noAutofit/>
          </a:bodyPr>
          <a:lstStyle>
            <a:lvl1pPr algn="l">
              <a:defRPr sz="3200" baseline="0">
                <a:solidFill>
                  <a:schemeClr val="tx2"/>
                </a:solidFill>
              </a:defRPr>
            </a:lvl1pPr>
          </a:lstStyle>
          <a:p>
            <a:r>
              <a:rPr lang="en-US"/>
              <a:t>Click To Edit Section Title</a:t>
            </a:r>
          </a:p>
        </p:txBody>
      </p:sp>
      <p:sp>
        <p:nvSpPr>
          <p:cNvPr id="8" name="Text Placeholder 9"/>
          <p:cNvSpPr>
            <a:spLocks noGrp="1"/>
          </p:cNvSpPr>
          <p:nvPr>
            <p:ph type="body" sz="quarter" idx="11" hasCustomPrompt="1"/>
          </p:nvPr>
        </p:nvSpPr>
        <p:spPr>
          <a:xfrm>
            <a:off x="336554" y="1163163"/>
            <a:ext cx="11511375" cy="287259"/>
          </a:xfrm>
          <a:prstGeom prst="rect">
            <a:avLst/>
          </a:prstGeom>
        </p:spPr>
        <p:txBody>
          <a:bodyPr lIns="0" tIns="0" rIns="0" bIns="0" anchor="ctr" anchorCtr="0">
            <a:noAutofit/>
          </a:bodyPr>
          <a:lstStyle>
            <a:lvl1pPr marL="0" indent="0">
              <a:buNone/>
              <a:defRPr sz="1867" baseline="0">
                <a:solidFill>
                  <a:schemeClr val="accent1"/>
                </a:solidFill>
              </a:defRPr>
            </a:lvl1pPr>
          </a:lstStyle>
          <a:p>
            <a:pPr lvl="0"/>
            <a:r>
              <a:rPr lang="en-US"/>
              <a:t>Click To Edit Optional Subtitle</a:t>
            </a:r>
          </a:p>
        </p:txBody>
      </p:sp>
      <p:sp>
        <p:nvSpPr>
          <p:cNvPr id="10" name="Slide Number Placeholder 5">
            <a:extLst>
              <a:ext uri="{FF2B5EF4-FFF2-40B4-BE49-F238E27FC236}">
                <a16:creationId xmlns:a16="http://schemas.microsoft.com/office/drawing/2014/main" id="{D8960485-1787-4B6A-A30D-B70EB8504DC1}"/>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1" name="Footer Placeholder 4">
            <a:extLst>
              <a:ext uri="{FF2B5EF4-FFF2-40B4-BE49-F238E27FC236}">
                <a16:creationId xmlns:a16="http://schemas.microsoft.com/office/drawing/2014/main" id="{77881B6E-897E-4EA2-84E0-4A524EE568CE}"/>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645620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w Image Dark">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accent2"/>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3"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
        <p:nvSpPr>
          <p:cNvPr id="4"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bg1"/>
                </a:solidFill>
              </a:defRPr>
            </a:lvl1pPr>
          </a:lstStyle>
          <a:p>
            <a:r>
              <a:rPr lang="en-US"/>
              <a:t>CLICK TO EDIT QUOTE OR CALLOUT</a:t>
            </a:r>
          </a:p>
        </p:txBody>
      </p:sp>
      <p:sp>
        <p:nvSpPr>
          <p:cNvPr id="12" name="Slide Number Placeholder 5">
            <a:extLst>
              <a:ext uri="{FF2B5EF4-FFF2-40B4-BE49-F238E27FC236}">
                <a16:creationId xmlns:a16="http://schemas.microsoft.com/office/drawing/2014/main" id="{FDC8B760-F785-42D3-883F-AE85DE882A27}"/>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3" name="Footer Placeholder 4">
            <a:extLst>
              <a:ext uri="{FF2B5EF4-FFF2-40B4-BE49-F238E27FC236}">
                <a16:creationId xmlns:a16="http://schemas.microsoft.com/office/drawing/2014/main" id="{14E0494F-8C33-45EC-A537-EBA5D637F443}"/>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Tree>
    <p:extLst>
      <p:ext uri="{BB962C8B-B14F-4D97-AF65-F5344CB8AC3E}">
        <p14:creationId xmlns:p14="http://schemas.microsoft.com/office/powerpoint/2010/main" val="1014934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w Image Ligh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accent1"/>
                </a:solidFill>
              </a:defRPr>
            </a:lvl1pPr>
          </a:lstStyle>
          <a:p>
            <a:r>
              <a:rPr lang="en-US"/>
              <a:t>CLICK TO EDIT QUOTE OR CALLOUT</a:t>
            </a:r>
          </a:p>
        </p:txBody>
      </p:sp>
      <p:sp>
        <p:nvSpPr>
          <p:cNvPr id="5"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accent2"/>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3"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rgbClr val="00B0F0"/>
                </a:solidFill>
              </a:defRPr>
            </a:lvl1pPr>
          </a:lstStyle>
          <a:p>
            <a:r>
              <a:rPr lang="en-US"/>
              <a:t>Drag your image here (drop on the picture icon) and remember to send this box to the “back” so that the green dividing line is visually on top of the image.</a:t>
            </a:r>
          </a:p>
        </p:txBody>
      </p:sp>
      <p:sp>
        <p:nvSpPr>
          <p:cNvPr id="11" name="Slide Number Placeholder 5">
            <a:extLst>
              <a:ext uri="{FF2B5EF4-FFF2-40B4-BE49-F238E27FC236}">
                <a16:creationId xmlns:a16="http://schemas.microsoft.com/office/drawing/2014/main" id="{4EC8AAB8-C799-4266-9F52-711F4A4C6CC2}"/>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72CE5735-8EDC-4904-AA40-7ECDDAEB3B35}"/>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3" name="Picture 9" descr="schneider_LIO_Life-Green_RGB.png">
            <a:extLst>
              <a:ext uri="{FF2B5EF4-FFF2-40B4-BE49-F238E27FC236}">
                <a16:creationId xmlns:a16="http://schemas.microsoft.com/office/drawing/2014/main" id="{DE3D2A4C-7FB1-4955-BF94-B5BA7F215106}"/>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3328568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llout on SE Life Green">
    <p:bg>
      <p:bgPr>
        <a:solidFill>
          <a:schemeClr val="tx2"/>
        </a:solidFill>
        <a:effectLst/>
      </p:bgPr>
    </p:bg>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36551" y="2284745"/>
            <a:ext cx="11529483" cy="1641475"/>
          </a:xfrm>
          <a:prstGeom prst="rect">
            <a:avLst/>
          </a:prstGeom>
        </p:spPr>
        <p:txBody>
          <a:bodyPr lIns="0" tIns="0" rIns="0" bIns="0" anchor="t">
            <a:noAutofit/>
          </a:bodyPr>
          <a:lstStyle>
            <a:lvl1pPr marL="0" indent="0" algn="ctr">
              <a:buFont typeface="Arial"/>
              <a:buNone/>
              <a:defRPr sz="5333">
                <a:solidFill>
                  <a:schemeClr val="bg1"/>
                </a:solidFill>
              </a:defRPr>
            </a:lvl1pPr>
          </a:lstStyle>
          <a:p>
            <a:r>
              <a:rPr lang="en-US"/>
              <a:t>CLICK TO EDIT QUOTE OR CALLOUT</a:t>
            </a:r>
          </a:p>
        </p:txBody>
      </p:sp>
      <p:sp>
        <p:nvSpPr>
          <p:cNvPr id="10" name="Subtitle 2"/>
          <p:cNvSpPr>
            <a:spLocks noGrp="1"/>
          </p:cNvSpPr>
          <p:nvPr>
            <p:ph type="subTitle" idx="1" hasCustomPrompt="1"/>
          </p:nvPr>
        </p:nvSpPr>
        <p:spPr>
          <a:xfrm>
            <a:off x="336552" y="3940606"/>
            <a:ext cx="11529481" cy="410369"/>
          </a:xfrm>
          <a:prstGeom prst="rect">
            <a:avLst/>
          </a:prstGeom>
        </p:spPr>
        <p:txBody>
          <a:bodyPr lIns="0" tIns="0" rIns="0" bIns="0">
            <a:noAutofit/>
          </a:bodyPr>
          <a:lstStyle>
            <a:lvl1pPr marL="0" indent="0" algn="ctr">
              <a:buNone/>
              <a:defRPr sz="2667">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Optional Subtitle</a:t>
            </a:r>
          </a:p>
        </p:txBody>
      </p:sp>
      <p:sp>
        <p:nvSpPr>
          <p:cNvPr id="8" name="Slide Number Placeholder 5">
            <a:extLst>
              <a:ext uri="{FF2B5EF4-FFF2-40B4-BE49-F238E27FC236}">
                <a16:creationId xmlns:a16="http://schemas.microsoft.com/office/drawing/2014/main" id="{AB0BE49F-DEC6-4D55-846A-051378B35702}"/>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2" name="Footer Placeholder 4">
            <a:extLst>
              <a:ext uri="{FF2B5EF4-FFF2-40B4-BE49-F238E27FC236}">
                <a16:creationId xmlns:a16="http://schemas.microsoft.com/office/drawing/2014/main" id="{19B66A89-C211-4241-990E-A855EEC7DE70}"/>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3" name="Picture 9" descr="schneider_LIO_Life-Green_RGB.png">
            <a:extLst>
              <a:ext uri="{FF2B5EF4-FFF2-40B4-BE49-F238E27FC236}">
                <a16:creationId xmlns:a16="http://schemas.microsoft.com/office/drawing/2014/main" id="{D517C7EE-2E65-44A9-99A9-77353EBCC7D6}"/>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3593974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0" y="2721428"/>
            <a:ext cx="12192000" cy="1156853"/>
          </a:xfrm>
          <a:prstGeom prst="rect">
            <a:avLst/>
          </a:prstGeom>
          <a:solidFill>
            <a:schemeClr val="tx2">
              <a:alpha val="80000"/>
            </a:schemeClr>
          </a:solidFill>
        </p:spPr>
        <p:txBody>
          <a:bodyPr lIns="251966" tIns="0" rIns="0" bIns="0" anchor="ctr" anchorCtr="0"/>
          <a:lstStyle>
            <a:lvl1pPr algn="l">
              <a:defRPr sz="3200" baseline="0">
                <a:solidFill>
                  <a:srgbClr val="FFFFFF"/>
                </a:solidFill>
              </a:defRPr>
            </a:lvl1pPr>
          </a:lstStyle>
          <a:p>
            <a:r>
              <a:rPr lang="en-US"/>
              <a:t>Click To Edit Section Title</a:t>
            </a:r>
          </a:p>
        </p:txBody>
      </p:sp>
      <p:sp>
        <p:nvSpPr>
          <p:cNvPr id="13" name="Text Placeholder 9"/>
          <p:cNvSpPr>
            <a:spLocks noGrp="1"/>
          </p:cNvSpPr>
          <p:nvPr>
            <p:ph type="body" sz="quarter" idx="11" hasCustomPrompt="1"/>
          </p:nvPr>
        </p:nvSpPr>
        <p:spPr>
          <a:xfrm>
            <a:off x="0" y="3867184"/>
            <a:ext cx="12192000" cy="497417"/>
          </a:xfrm>
          <a:prstGeom prst="rect">
            <a:avLst/>
          </a:prstGeom>
          <a:solidFill>
            <a:schemeClr val="tx2"/>
          </a:solidFill>
        </p:spPr>
        <p:txBody>
          <a:bodyPr lIns="251966" tIns="0" rIns="0" bIns="0" anchor="ctr" anchorCtr="0"/>
          <a:lstStyle>
            <a:lvl1pPr marL="0" indent="0">
              <a:buNone/>
              <a:defRPr sz="1600" baseline="0">
                <a:solidFill>
                  <a:schemeClr val="bg1"/>
                </a:solidFill>
              </a:defRPr>
            </a:lvl1pPr>
          </a:lstStyle>
          <a:p>
            <a:pPr lvl="0"/>
            <a:r>
              <a:rPr lang="en-US"/>
              <a:t>Click To Edit Optional Subtitle</a:t>
            </a:r>
          </a:p>
        </p:txBody>
      </p:sp>
      <p:sp>
        <p:nvSpPr>
          <p:cNvPr id="10"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
        <p:nvSpPr>
          <p:cNvPr id="14" name="Slide Number Placeholder 5">
            <a:extLst>
              <a:ext uri="{FF2B5EF4-FFF2-40B4-BE49-F238E27FC236}">
                <a16:creationId xmlns:a16="http://schemas.microsoft.com/office/drawing/2014/main" id="{3AD94CE9-9312-4D7D-95A3-5705AA9BD90A}"/>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15" name="Footer Placeholder 4">
            <a:extLst>
              <a:ext uri="{FF2B5EF4-FFF2-40B4-BE49-F238E27FC236}">
                <a16:creationId xmlns:a16="http://schemas.microsoft.com/office/drawing/2014/main" id="{9EACCE61-5109-4C96-B983-A23B375A6E42}"/>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pic>
        <p:nvPicPr>
          <p:cNvPr id="16" name="Picture 9" descr="schneider_LIO_Life-Green_RGB.png">
            <a:extLst>
              <a:ext uri="{FF2B5EF4-FFF2-40B4-BE49-F238E27FC236}">
                <a16:creationId xmlns:a16="http://schemas.microsoft.com/office/drawing/2014/main" id="{FD07F39C-0BAC-4E08-96C1-99C925105F2E}"/>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Tree>
    <p:extLst>
      <p:ext uri="{BB962C8B-B14F-4D97-AF65-F5344CB8AC3E}">
        <p14:creationId xmlns:p14="http://schemas.microsoft.com/office/powerpoint/2010/main" val="2917574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223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Slide Thank You">
    <p:spTree>
      <p:nvGrpSpPr>
        <p:cNvPr id="1" name=""/>
        <p:cNvGrpSpPr/>
        <p:nvPr/>
      </p:nvGrpSpPr>
      <p:grpSpPr>
        <a:xfrm>
          <a:off x="0" y="0"/>
          <a:ext cx="0" cy="0"/>
          <a:chOff x="0" y="0"/>
          <a:chExt cx="0" cy="0"/>
        </a:xfrm>
      </p:grpSpPr>
      <p:sp>
        <p:nvSpPr>
          <p:cNvPr id="5" name="TextBox 4"/>
          <p:cNvSpPr txBox="1"/>
          <p:nvPr userDrawn="1"/>
        </p:nvSpPr>
        <p:spPr>
          <a:xfrm>
            <a:off x="608172" y="6058825"/>
            <a:ext cx="9660795" cy="410241"/>
          </a:xfrm>
          <a:prstGeom prst="rect">
            <a:avLst/>
          </a:prstGeom>
          <a:noFill/>
        </p:spPr>
        <p:txBody>
          <a:bodyPr wrap="square" lIns="0" tIns="0" rIns="0" bIns="0" rtlCol="0" anchor="b" anchorCtr="0">
            <a:spAutoFit/>
          </a:bodyPr>
          <a:lstStyle/>
          <a:p>
            <a:pPr marL="0" algn="l" defTabSz="1218804" rtl="0" eaLnBrk="1" latinLnBrk="0" hangingPunct="1"/>
            <a: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t>©2014 Schneider Electric. All Rights Reserved.</a:t>
            </a:r>
            <a:b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br>
            <a:r>
              <a:rPr kumimoji="0" lang="en-US" sz="1333" b="0" i="0" u="none" strike="noStrike" kern="1200" cap="none" spc="0" normalizeH="0" baseline="0" noProof="0">
                <a:ln>
                  <a:noFill/>
                </a:ln>
                <a:solidFill>
                  <a:srgbClr val="626469"/>
                </a:solidFill>
                <a:effectLst/>
                <a:uLnTx/>
                <a:uFillTx/>
                <a:latin typeface="Arial" pitchFamily="34" charset="0"/>
                <a:ea typeface="ＭＳ Ｐゴシック" pitchFamily="34" charset="-128"/>
                <a:cs typeface="Arial" pitchFamily="34" charset="0"/>
              </a:rPr>
              <a:t>All trademarks are owned by Schneider Electric Industries SAS or its affiliated companies or their respective owners.</a:t>
            </a:r>
          </a:p>
        </p:txBody>
      </p:sp>
      <p:pic>
        <p:nvPicPr>
          <p:cNvPr id="7" name="Picture 6" descr="Thankyou2.jp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812835"/>
            <a:ext cx="12192000" cy="3022680"/>
          </a:xfrm>
          <a:prstGeom prst="rect">
            <a:avLst/>
          </a:prstGeom>
        </p:spPr>
      </p:pic>
    </p:spTree>
    <p:extLst>
      <p:ext uri="{BB962C8B-B14F-4D97-AF65-F5344CB8AC3E}">
        <p14:creationId xmlns:p14="http://schemas.microsoft.com/office/powerpoint/2010/main" val="842820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19">
            <a:extLst>
              <a:ext uri="{FF2B5EF4-FFF2-40B4-BE49-F238E27FC236}">
                <a16:creationId xmlns:a16="http://schemas.microsoft.com/office/drawing/2014/main" id="{9B6B8AAC-1003-41A1-9DB7-23585B8C8E4B}"/>
              </a:ext>
            </a:extLst>
          </p:cNvPr>
          <p:cNvPicPr>
            <a:picLocks noChangeAspect="1"/>
          </p:cNvPicPr>
          <p:nvPr userDrawn="1"/>
        </p:nvPicPr>
        <p:blipFill rotWithShape="1">
          <a:blip r:embed="rId18" cstate="email">
            <a:extLst>
              <a:ext uri="{28A0092B-C50C-407E-A947-70E740481C1C}">
                <a14:useLocalDpi xmlns:a14="http://schemas.microsoft.com/office/drawing/2010/main"/>
              </a:ext>
            </a:extLst>
          </a:blip>
          <a:srcRect/>
          <a:stretch/>
        </p:blipFill>
        <p:spPr>
          <a:xfrm>
            <a:off x="1" y="0"/>
            <a:ext cx="12191564" cy="6858000"/>
          </a:xfrm>
          <a:prstGeom prst="rect">
            <a:avLst/>
          </a:prstGeom>
        </p:spPr>
      </p:pic>
      <p:sp>
        <p:nvSpPr>
          <p:cNvPr id="4" name="Rectangle 3">
            <a:extLst>
              <a:ext uri="{FF2B5EF4-FFF2-40B4-BE49-F238E27FC236}">
                <a16:creationId xmlns:a16="http://schemas.microsoft.com/office/drawing/2014/main" id="{B3383093-FC23-44A6-AB01-4D0A49E6BD01}"/>
              </a:ext>
            </a:extLst>
          </p:cNvPr>
          <p:cNvSpPr/>
          <p:nvPr userDrawn="1"/>
        </p:nvSpPr>
        <p:spPr>
          <a:xfrm>
            <a:off x="0" y="0"/>
            <a:ext cx="12192000" cy="6858000"/>
          </a:xfrm>
          <a:prstGeom prst="rect">
            <a:avLst/>
          </a:prstGeom>
          <a:solidFill>
            <a:schemeClr val="tx1">
              <a:alpha val="3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47">
              <a:defRPr/>
            </a:pPr>
            <a:endParaRPr lang="en-US" sz="2400">
              <a:solidFill>
                <a:prstClr val="white"/>
              </a:solidFill>
              <a:latin typeface="Arial"/>
            </a:endParaRPr>
          </a:p>
        </p:txBody>
      </p:sp>
      <p:pic>
        <p:nvPicPr>
          <p:cNvPr id="5" name="Picture 9" descr="schneider_LIO_Life-Green_RGB.png">
            <a:extLst>
              <a:ext uri="{FF2B5EF4-FFF2-40B4-BE49-F238E27FC236}">
                <a16:creationId xmlns:a16="http://schemas.microsoft.com/office/drawing/2014/main" id="{0072A1B9-27B7-49AF-B9A2-8556AB73B7A4}"/>
              </a:ext>
            </a:extLst>
          </p:cNvPr>
          <p:cNvPicPr>
            <a:picLocks noChangeAspect="1"/>
          </p:cNvPicPr>
          <p:nvPr userDrawn="1"/>
        </p:nvPicPr>
        <p:blipFill>
          <a:blip r:embed="rId19" cstate="screen">
            <a:biLevel thresh="25000"/>
            <a:extLst>
              <a:ext uri="{28A0092B-C50C-407E-A947-70E740481C1C}">
                <a14:useLocalDpi xmlns:a14="http://schemas.microsoft.com/office/drawing/2010/main"/>
              </a:ext>
            </a:extLst>
          </a:blip>
          <a:stretch>
            <a:fillRect/>
          </a:stretch>
        </p:blipFill>
        <p:spPr>
          <a:xfrm>
            <a:off x="9441710" y="6002299"/>
            <a:ext cx="2707759" cy="746567"/>
          </a:xfrm>
          <a:prstGeom prst="rect">
            <a:avLst/>
          </a:prstGeom>
        </p:spPr>
      </p:pic>
      <p:sp>
        <p:nvSpPr>
          <p:cNvPr id="6" name="Slide Number Placeholder 5">
            <a:extLst>
              <a:ext uri="{FF2B5EF4-FFF2-40B4-BE49-F238E27FC236}">
                <a16:creationId xmlns:a16="http://schemas.microsoft.com/office/drawing/2014/main" id="{E8439774-2EEF-4807-AA73-D4D14ED3215C}"/>
              </a:ext>
            </a:extLst>
          </p:cNvPr>
          <p:cNvSpPr>
            <a:spLocks noGrp="1"/>
          </p:cNvSpPr>
          <p:nvPr>
            <p:ph type="sldNum" sz="quarter" idx="4"/>
          </p:nvPr>
        </p:nvSpPr>
        <p:spPr>
          <a:xfrm>
            <a:off x="3031444" y="6464490"/>
            <a:ext cx="700920" cy="164097"/>
          </a:xfrm>
          <a:prstGeom prst="rect">
            <a:avLst/>
          </a:prstGeom>
        </p:spPr>
        <p:txBody>
          <a:bodyPr vert="horz" lIns="0" tIns="0" rIns="0" bIns="0" rtlCol="0" anchor="ctr">
            <a:spAutoFit/>
          </a:bodyPr>
          <a:lstStyle>
            <a:lvl1pPr algn="l">
              <a:defRPr sz="1067">
                <a:solidFill>
                  <a:schemeClr val="bg2"/>
                </a:solidFill>
                <a:latin typeface="Arial"/>
                <a:cs typeface="Arial"/>
              </a:defRPr>
            </a:lvl1pPr>
          </a:lstStyle>
          <a:p>
            <a:r>
              <a:rPr lang="en-US">
                <a:solidFill>
                  <a:schemeClr val="bg1"/>
                </a:solidFill>
              </a:rPr>
              <a:t>Page </a:t>
            </a:r>
            <a:fld id="{5A9C12DC-491F-9444-86A2-13AC5C62A2FC}" type="slidenum">
              <a:rPr lang="en-US" smtClean="0">
                <a:solidFill>
                  <a:schemeClr val="bg1"/>
                </a:solidFill>
              </a:rPr>
              <a:pPr/>
              <a:t>‹#›</a:t>
            </a:fld>
            <a:endParaRPr lang="en-US">
              <a:solidFill>
                <a:schemeClr val="bg1"/>
              </a:solidFill>
            </a:endParaRPr>
          </a:p>
        </p:txBody>
      </p:sp>
      <p:sp>
        <p:nvSpPr>
          <p:cNvPr id="7" name="Footer Placeholder 4">
            <a:extLst>
              <a:ext uri="{FF2B5EF4-FFF2-40B4-BE49-F238E27FC236}">
                <a16:creationId xmlns:a16="http://schemas.microsoft.com/office/drawing/2014/main" id="{D21445AF-3F79-4DA5-9313-8BFAF0F7FE2E}"/>
              </a:ext>
            </a:extLst>
          </p:cNvPr>
          <p:cNvSpPr>
            <a:spLocks noGrp="1"/>
          </p:cNvSpPr>
          <p:nvPr>
            <p:ph type="ftr" sz="quarter" idx="3"/>
          </p:nvPr>
        </p:nvSpPr>
        <p:spPr>
          <a:xfrm>
            <a:off x="336553" y="6464490"/>
            <a:ext cx="2694891" cy="164148"/>
          </a:xfrm>
          <a:prstGeom prst="rect">
            <a:avLst/>
          </a:prstGeom>
        </p:spPr>
        <p:txBody>
          <a:bodyPr vert="horz" wrap="square" lIns="0" tIns="0" rIns="0" bIns="0" rtlCol="0" anchor="ctr">
            <a:spAutoFit/>
          </a:bodyPr>
          <a:lstStyle>
            <a:lvl1pPr algn="l">
              <a:defRPr sz="1067">
                <a:solidFill>
                  <a:schemeClr val="accent1"/>
                </a:solidFill>
                <a:latin typeface="Arial"/>
                <a:cs typeface="Arial"/>
              </a:defRPr>
            </a:lvl1pPr>
          </a:lstStyle>
          <a:p>
            <a:r>
              <a:rPr lang="en-US">
                <a:solidFill>
                  <a:schemeClr val="bg1"/>
                </a:solidFill>
              </a:rPr>
              <a:t>Confidential Property of Schneider Electric |</a:t>
            </a:r>
          </a:p>
        </p:txBody>
      </p:sp>
      <p:sp>
        <p:nvSpPr>
          <p:cNvPr id="2" name="ZoneTexte 1">
            <a:extLst>
              <a:ext uri="{FF2B5EF4-FFF2-40B4-BE49-F238E27FC236}">
                <a16:creationId xmlns:a16="http://schemas.microsoft.com/office/drawing/2014/main" id="{F671B104-F34C-44EE-A1DD-9EAC81D81255}"/>
              </a:ext>
            </a:extLst>
          </p:cNvPr>
          <p:cNvSpPr txBox="1"/>
          <p:nvPr>
            <p:extLst>
              <p:ext uri="{1162E1C5-73C7-4A58-AE30-91384D911F3F}">
                <p184:classification xmlns:p184="http://schemas.microsoft.com/office/powerpoint/2018/4/main" val="ftr"/>
              </p:ext>
            </p:extLst>
          </p:nvPr>
        </p:nvSpPr>
        <p:spPr>
          <a:xfrm>
            <a:off x="5973763" y="6703060"/>
            <a:ext cx="261937" cy="91440"/>
          </a:xfrm>
          <a:prstGeom prst="rect">
            <a:avLst/>
          </a:prstGeom>
        </p:spPr>
        <p:txBody>
          <a:bodyPr horzOverflow="overflow" lIns="0" tIns="0" rIns="0" bIns="0">
            <a:spAutoFit/>
          </a:bodyPr>
          <a:lstStyle/>
          <a:p>
            <a:pPr algn="l"/>
            <a:r>
              <a:rPr lang="fr-FR" sz="600">
                <a:solidFill>
                  <a:srgbClr val="626469"/>
                </a:solidFill>
                <a:latin typeface="Calibri" panose="020F0502020204030204" pitchFamily="34" charset="0"/>
                <a:cs typeface="Calibri" panose="020F0502020204030204" pitchFamily="34" charset="0"/>
              </a:rPr>
              <a:t>General</a:t>
            </a:r>
          </a:p>
        </p:txBody>
      </p:sp>
    </p:spTree>
    <p:extLst>
      <p:ext uri="{BB962C8B-B14F-4D97-AF65-F5344CB8AC3E}">
        <p14:creationId xmlns:p14="http://schemas.microsoft.com/office/powerpoint/2010/main" val="367323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dt="0"/>
  <p:txStyles>
    <p:titleStyle>
      <a:lvl1pPr algn="ctr" defTabSz="609563" rtl="0" eaLnBrk="1" latinLnBrk="0" hangingPunct="1">
        <a:spcBef>
          <a:spcPct val="0"/>
        </a:spcBef>
        <a:buNone/>
        <a:defRPr sz="5867" kern="1200">
          <a:solidFill>
            <a:schemeClr val="tx1"/>
          </a:solidFill>
          <a:latin typeface="+mj-lt"/>
          <a:ea typeface="+mj-ea"/>
          <a:cs typeface="+mj-cs"/>
        </a:defRPr>
      </a:lvl1pPr>
    </p:titleStyle>
    <p:bodyStyle>
      <a:lvl1pPr marL="457173" indent="-457173" algn="l" defTabSz="609563" rtl="0" eaLnBrk="1" latinLnBrk="0" hangingPunct="1">
        <a:spcBef>
          <a:spcPct val="20000"/>
        </a:spcBef>
        <a:buFont typeface="Arial"/>
        <a:buChar char="•"/>
        <a:defRPr sz="4267" kern="1200">
          <a:solidFill>
            <a:schemeClr val="tx1"/>
          </a:solidFill>
          <a:latin typeface="+mn-lt"/>
          <a:ea typeface="+mn-ea"/>
          <a:cs typeface="+mn-cs"/>
        </a:defRPr>
      </a:lvl1pPr>
      <a:lvl2pPr marL="990541" indent="-380977" algn="l" defTabSz="609563" rtl="0" eaLnBrk="1" latinLnBrk="0" hangingPunct="1">
        <a:spcBef>
          <a:spcPct val="20000"/>
        </a:spcBef>
        <a:buFont typeface="Arial"/>
        <a:buChar char="–"/>
        <a:defRPr sz="3733" kern="1200">
          <a:solidFill>
            <a:schemeClr val="tx1"/>
          </a:solidFill>
          <a:latin typeface="+mn-lt"/>
          <a:ea typeface="+mn-ea"/>
          <a:cs typeface="+mn-cs"/>
        </a:defRPr>
      </a:lvl2pPr>
      <a:lvl3pPr marL="1523909" indent="-304782" algn="l" defTabSz="609563" rtl="0" eaLnBrk="1" latinLnBrk="0" hangingPunct="1">
        <a:spcBef>
          <a:spcPct val="20000"/>
        </a:spcBef>
        <a:buFont typeface="Arial"/>
        <a:buChar char="•"/>
        <a:defRPr sz="3200" kern="1200">
          <a:solidFill>
            <a:schemeClr val="tx1"/>
          </a:solidFill>
          <a:latin typeface="+mn-lt"/>
          <a:ea typeface="+mn-ea"/>
          <a:cs typeface="+mn-cs"/>
        </a:defRPr>
      </a:lvl3pPr>
      <a:lvl4pPr marL="2133472" indent="-304782" algn="l" defTabSz="609563" rtl="0" eaLnBrk="1" latinLnBrk="0" hangingPunct="1">
        <a:spcBef>
          <a:spcPct val="20000"/>
        </a:spcBef>
        <a:buFont typeface="Arial"/>
        <a:buChar char="–"/>
        <a:defRPr sz="2667" kern="1200">
          <a:solidFill>
            <a:schemeClr val="tx1"/>
          </a:solidFill>
          <a:latin typeface="+mn-lt"/>
          <a:ea typeface="+mn-ea"/>
          <a:cs typeface="+mn-cs"/>
        </a:defRPr>
      </a:lvl4pPr>
      <a:lvl5pPr marL="2743035" indent="-304782" algn="l" defTabSz="609563" rtl="0" eaLnBrk="1" latinLnBrk="0" hangingPunct="1">
        <a:spcBef>
          <a:spcPct val="20000"/>
        </a:spcBef>
        <a:buFont typeface="Arial"/>
        <a:buChar char="»"/>
        <a:defRPr sz="2667" kern="1200">
          <a:solidFill>
            <a:schemeClr val="tx1"/>
          </a:solidFill>
          <a:latin typeface="+mn-lt"/>
          <a:ea typeface="+mn-ea"/>
          <a:cs typeface="+mn-cs"/>
        </a:defRPr>
      </a:lvl5pPr>
      <a:lvl6pPr marL="3352598" indent="-304782" algn="l" defTabSz="609563" rtl="0" eaLnBrk="1" latinLnBrk="0" hangingPunct="1">
        <a:spcBef>
          <a:spcPct val="20000"/>
        </a:spcBef>
        <a:buFont typeface="Arial"/>
        <a:buChar char="•"/>
        <a:defRPr sz="2667" kern="1200">
          <a:solidFill>
            <a:schemeClr val="tx1"/>
          </a:solidFill>
          <a:latin typeface="+mn-lt"/>
          <a:ea typeface="+mn-ea"/>
          <a:cs typeface="+mn-cs"/>
        </a:defRPr>
      </a:lvl6pPr>
      <a:lvl7pPr marL="3962161" indent="-304782" algn="l" defTabSz="609563" rtl="0" eaLnBrk="1" latinLnBrk="0" hangingPunct="1">
        <a:spcBef>
          <a:spcPct val="20000"/>
        </a:spcBef>
        <a:buFont typeface="Arial"/>
        <a:buChar char="•"/>
        <a:defRPr sz="2667" kern="1200">
          <a:solidFill>
            <a:schemeClr val="tx1"/>
          </a:solidFill>
          <a:latin typeface="+mn-lt"/>
          <a:ea typeface="+mn-ea"/>
          <a:cs typeface="+mn-cs"/>
        </a:defRPr>
      </a:lvl7pPr>
      <a:lvl8pPr marL="4571724" indent="-304782" algn="l" defTabSz="609563" rtl="0" eaLnBrk="1" latinLnBrk="0" hangingPunct="1">
        <a:spcBef>
          <a:spcPct val="20000"/>
        </a:spcBef>
        <a:buFont typeface="Arial"/>
        <a:buChar char="•"/>
        <a:defRPr sz="2667" kern="1200">
          <a:solidFill>
            <a:schemeClr val="tx1"/>
          </a:solidFill>
          <a:latin typeface="+mn-lt"/>
          <a:ea typeface="+mn-ea"/>
          <a:cs typeface="+mn-cs"/>
        </a:defRPr>
      </a:lvl8pPr>
      <a:lvl9pPr marL="5181288" indent="-304782" algn="l" defTabSz="609563"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3" rtl="0" eaLnBrk="1" latinLnBrk="0" hangingPunct="1">
        <a:defRPr sz="2400" kern="1200">
          <a:solidFill>
            <a:schemeClr val="tx1"/>
          </a:solidFill>
          <a:latin typeface="+mn-lt"/>
          <a:ea typeface="+mn-ea"/>
          <a:cs typeface="+mn-cs"/>
        </a:defRPr>
      </a:lvl1pPr>
      <a:lvl2pPr marL="609563" algn="l" defTabSz="609563" rtl="0" eaLnBrk="1" latinLnBrk="0" hangingPunct="1">
        <a:defRPr sz="2400" kern="1200">
          <a:solidFill>
            <a:schemeClr val="tx1"/>
          </a:solidFill>
          <a:latin typeface="+mn-lt"/>
          <a:ea typeface="+mn-ea"/>
          <a:cs typeface="+mn-cs"/>
        </a:defRPr>
      </a:lvl2pPr>
      <a:lvl3pPr marL="1219126" algn="l" defTabSz="609563" rtl="0" eaLnBrk="1" latinLnBrk="0" hangingPunct="1">
        <a:defRPr sz="2400" kern="1200">
          <a:solidFill>
            <a:schemeClr val="tx1"/>
          </a:solidFill>
          <a:latin typeface="+mn-lt"/>
          <a:ea typeface="+mn-ea"/>
          <a:cs typeface="+mn-cs"/>
        </a:defRPr>
      </a:lvl3pPr>
      <a:lvl4pPr marL="1828690" algn="l" defTabSz="609563" rtl="0" eaLnBrk="1" latinLnBrk="0" hangingPunct="1">
        <a:defRPr sz="2400" kern="1200">
          <a:solidFill>
            <a:schemeClr val="tx1"/>
          </a:solidFill>
          <a:latin typeface="+mn-lt"/>
          <a:ea typeface="+mn-ea"/>
          <a:cs typeface="+mn-cs"/>
        </a:defRPr>
      </a:lvl4pPr>
      <a:lvl5pPr marL="2438254" algn="l" defTabSz="609563" rtl="0" eaLnBrk="1" latinLnBrk="0" hangingPunct="1">
        <a:defRPr sz="2400" kern="1200">
          <a:solidFill>
            <a:schemeClr val="tx1"/>
          </a:solidFill>
          <a:latin typeface="+mn-lt"/>
          <a:ea typeface="+mn-ea"/>
          <a:cs typeface="+mn-cs"/>
        </a:defRPr>
      </a:lvl5pPr>
      <a:lvl6pPr marL="3047816" algn="l" defTabSz="609563" rtl="0" eaLnBrk="1" latinLnBrk="0" hangingPunct="1">
        <a:defRPr sz="2400" kern="1200">
          <a:solidFill>
            <a:schemeClr val="tx1"/>
          </a:solidFill>
          <a:latin typeface="+mn-lt"/>
          <a:ea typeface="+mn-ea"/>
          <a:cs typeface="+mn-cs"/>
        </a:defRPr>
      </a:lvl6pPr>
      <a:lvl7pPr marL="3657379" algn="l" defTabSz="609563" rtl="0" eaLnBrk="1" latinLnBrk="0" hangingPunct="1">
        <a:defRPr sz="2400" kern="1200">
          <a:solidFill>
            <a:schemeClr val="tx1"/>
          </a:solidFill>
          <a:latin typeface="+mn-lt"/>
          <a:ea typeface="+mn-ea"/>
          <a:cs typeface="+mn-cs"/>
        </a:defRPr>
      </a:lvl7pPr>
      <a:lvl8pPr marL="4266943" algn="l" defTabSz="609563" rtl="0" eaLnBrk="1" latinLnBrk="0" hangingPunct="1">
        <a:defRPr sz="2400" kern="1200">
          <a:solidFill>
            <a:schemeClr val="tx1"/>
          </a:solidFill>
          <a:latin typeface="+mn-lt"/>
          <a:ea typeface="+mn-ea"/>
          <a:cs typeface="+mn-cs"/>
        </a:defRPr>
      </a:lvl8pPr>
      <a:lvl9pPr marL="4876506" algn="l" defTabSz="60956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A3BFA-48AF-94C8-9CD1-E4E5F35DDA41}"/>
              </a:ext>
            </a:extLst>
          </p:cNvPr>
          <p:cNvPicPr>
            <a:picLocks noChangeAspect="1"/>
          </p:cNvPicPr>
          <p:nvPr/>
        </p:nvPicPr>
        <p:blipFill rotWithShape="1">
          <a:blip r:embed="rId3">
            <a:alphaModFix amt="57000"/>
          </a:blip>
          <a:srcRect l="-1604" r="5525"/>
          <a:stretch/>
        </p:blipFill>
        <p:spPr>
          <a:xfrm>
            <a:off x="122268" y="4249361"/>
            <a:ext cx="3412119" cy="2284395"/>
          </a:xfrm>
          <a:prstGeom prst="rect">
            <a:avLst/>
          </a:prstGeom>
        </p:spPr>
      </p:pic>
      <p:sp>
        <p:nvSpPr>
          <p:cNvPr id="6" name="Rectangle 5">
            <a:extLst>
              <a:ext uri="{FF2B5EF4-FFF2-40B4-BE49-F238E27FC236}">
                <a16:creationId xmlns:a16="http://schemas.microsoft.com/office/drawing/2014/main" id="{C06B518A-4CC4-458E-9D3D-5136188C7803}"/>
              </a:ext>
            </a:extLst>
          </p:cNvPr>
          <p:cNvSpPr/>
          <p:nvPr/>
        </p:nvSpPr>
        <p:spPr>
          <a:xfrm>
            <a:off x="122268" y="884426"/>
            <a:ext cx="3494682" cy="5649329"/>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defTabSz="609563">
              <a:defRPr/>
            </a:pPr>
            <a:r>
              <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rPr>
              <a:t>Overview &amp; key messages on current situation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lang="en-US" sz="1600" u="sng" dirty="0">
              <a:solidFill>
                <a:srgbClr val="FFFFFF"/>
              </a:solidFill>
              <a:latin typeface="Arial" panose="020B0604020202020204"/>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lang="en-US" sz="1600" u="sng" dirty="0">
              <a:solidFill>
                <a:srgbClr val="FFFFFF"/>
              </a:solidFill>
              <a:latin typeface="Arial" panose="020B0604020202020204"/>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itre 1">
            <a:extLst>
              <a:ext uri="{FF2B5EF4-FFF2-40B4-BE49-F238E27FC236}">
                <a16:creationId xmlns:a16="http://schemas.microsoft.com/office/drawing/2014/main" id="{6C8BA1DE-C533-4FCD-9032-3255F3915507}"/>
              </a:ext>
            </a:extLst>
          </p:cNvPr>
          <p:cNvSpPr>
            <a:spLocks noGrp="1"/>
          </p:cNvSpPr>
          <p:nvPr>
            <p:ph type="title"/>
          </p:nvPr>
        </p:nvSpPr>
        <p:spPr>
          <a:xfrm>
            <a:off x="71331" y="39169"/>
            <a:ext cx="3560062" cy="668163"/>
          </a:xfrm>
        </p:spPr>
        <p:txBody>
          <a:bodyPr anchor="ctr" anchorCtr="0"/>
          <a:lstStyle/>
          <a:p>
            <a:r>
              <a:rPr lang="en-US" sz="2000" u="sng" dirty="0"/>
              <a:t>Injection molds maintenance</a:t>
            </a:r>
            <a:br>
              <a:rPr lang="en-US" u="sng" dirty="0"/>
            </a:br>
            <a:r>
              <a:rPr lang="en-US" sz="1800" dirty="0"/>
              <a:t>Project 742_051</a:t>
            </a:r>
            <a:endParaRPr lang="fr-FR" sz="1800" dirty="0"/>
          </a:p>
        </p:txBody>
      </p:sp>
      <p:sp>
        <p:nvSpPr>
          <p:cNvPr id="8" name="Rectangle 7">
            <a:extLst>
              <a:ext uri="{FF2B5EF4-FFF2-40B4-BE49-F238E27FC236}">
                <a16:creationId xmlns:a16="http://schemas.microsoft.com/office/drawing/2014/main" id="{AE8FA6F1-20E1-49EE-9126-1748731CFA6F}"/>
              </a:ext>
            </a:extLst>
          </p:cNvPr>
          <p:cNvSpPr/>
          <p:nvPr/>
        </p:nvSpPr>
        <p:spPr>
          <a:xfrm>
            <a:off x="7516423" y="282318"/>
            <a:ext cx="4506065" cy="2727778"/>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rPr>
              <a:t>Techno </a:t>
            </a:r>
            <a:r>
              <a:rPr kumimoji="0" lang="fr-FR" sz="1600" b="0" i="0" u="sng" strike="noStrike" kern="1200" cap="none" spc="0" normalizeH="0" baseline="0" noProof="0" dirty="0" err="1">
                <a:ln>
                  <a:noFill/>
                </a:ln>
                <a:solidFill>
                  <a:srgbClr val="FFFFFF"/>
                </a:solidFill>
                <a:effectLst/>
                <a:uLnTx/>
                <a:uFillTx/>
                <a:latin typeface="Arial" panose="020B0604020202020204"/>
                <a:ea typeface="+mn-ea"/>
                <a:cs typeface="+mn-cs"/>
              </a:rPr>
              <a:t>overview</a:t>
            </a:r>
            <a:endPar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A010CC27-18E7-4757-96A3-475C86F772F9}"/>
              </a:ext>
            </a:extLst>
          </p:cNvPr>
          <p:cNvSpPr/>
          <p:nvPr/>
        </p:nvSpPr>
        <p:spPr>
          <a:xfrm>
            <a:off x="3682628" y="2590800"/>
            <a:ext cx="3778876" cy="1721873"/>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Finance</a:t>
            </a:r>
          </a:p>
        </p:txBody>
      </p:sp>
      <p:graphicFrame>
        <p:nvGraphicFramePr>
          <p:cNvPr id="83" name="Tableau 83">
            <a:extLst>
              <a:ext uri="{FF2B5EF4-FFF2-40B4-BE49-F238E27FC236}">
                <a16:creationId xmlns:a16="http://schemas.microsoft.com/office/drawing/2014/main" id="{B1724254-95D3-4EC3-8DA1-1EA6688EDD65}"/>
              </a:ext>
            </a:extLst>
          </p:cNvPr>
          <p:cNvGraphicFramePr>
            <a:graphicFrameLocks noGrp="1"/>
          </p:cNvGraphicFramePr>
          <p:nvPr>
            <p:extLst>
              <p:ext uri="{D42A27DB-BD31-4B8C-83A1-F6EECF244321}">
                <p14:modId xmlns:p14="http://schemas.microsoft.com/office/powerpoint/2010/main" val="2787787606"/>
              </p:ext>
            </p:extLst>
          </p:nvPr>
        </p:nvGraphicFramePr>
        <p:xfrm>
          <a:off x="4003391" y="2966829"/>
          <a:ext cx="2905331" cy="670560"/>
        </p:xfrm>
        <a:graphic>
          <a:graphicData uri="http://schemas.openxmlformats.org/drawingml/2006/table">
            <a:tbl>
              <a:tblPr firstRow="1" bandRow="1">
                <a:tableStyleId>{2D5ABB26-0587-4C30-8999-92F81FD0307C}</a:tableStyleId>
              </a:tblPr>
              <a:tblGrid>
                <a:gridCol w="1675497">
                  <a:extLst>
                    <a:ext uri="{9D8B030D-6E8A-4147-A177-3AD203B41FA5}">
                      <a16:colId xmlns:a16="http://schemas.microsoft.com/office/drawing/2014/main" val="1033425882"/>
                    </a:ext>
                  </a:extLst>
                </a:gridCol>
                <a:gridCol w="1229834">
                  <a:extLst>
                    <a:ext uri="{9D8B030D-6E8A-4147-A177-3AD203B41FA5}">
                      <a16:colId xmlns:a16="http://schemas.microsoft.com/office/drawing/2014/main" val="982328844"/>
                    </a:ext>
                  </a:extLst>
                </a:gridCol>
              </a:tblGrid>
              <a:tr h="212460">
                <a:tc>
                  <a:txBody>
                    <a:bodyPr/>
                    <a:lstStyle/>
                    <a:p>
                      <a:r>
                        <a:rPr lang="en-US" sz="1400" b="1" noProof="0" dirty="0">
                          <a:solidFill>
                            <a:schemeClr val="bg1"/>
                          </a:solidFill>
                        </a:rPr>
                        <a:t>Required</a:t>
                      </a:r>
                      <a:r>
                        <a:rPr lang="fr-FR" sz="1400" b="1" dirty="0">
                          <a:solidFill>
                            <a:schemeClr val="bg1"/>
                          </a:solidFill>
                        </a:rPr>
                        <a:t> Capex</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fr-FR" sz="1400" b="1" dirty="0">
                          <a:solidFill>
                            <a:schemeClr val="bg1"/>
                          </a:solidFill>
                        </a:rPr>
                        <a:t>11k€</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04615838"/>
                  </a:ext>
                </a:extLst>
              </a:tr>
              <a:tr h="207953">
                <a:tc>
                  <a:txBody>
                    <a:bodyPr/>
                    <a:lstStyle/>
                    <a:p>
                      <a:r>
                        <a:rPr lang="en-US" sz="1400" b="1" noProof="0" dirty="0">
                          <a:solidFill>
                            <a:schemeClr val="bg1"/>
                          </a:solidFill>
                        </a:rPr>
                        <a:t>Required</a:t>
                      </a:r>
                      <a:r>
                        <a:rPr lang="fr-FR" sz="1400" b="1" dirty="0">
                          <a:solidFill>
                            <a:schemeClr val="bg1"/>
                          </a:solidFill>
                        </a:rPr>
                        <a:t> Opex</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a:endParaRPr lang="fr-FR" sz="1400" dirty="0">
                        <a:solidFill>
                          <a:schemeClr val="bg1"/>
                        </a:solidFill>
                      </a:endParaRP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99166035"/>
                  </a:ext>
                </a:extLst>
              </a:tr>
              <a:tr h="207953">
                <a:tc>
                  <a:txBody>
                    <a:bodyPr/>
                    <a:lstStyle/>
                    <a:p>
                      <a:r>
                        <a:rPr lang="fr-FR" sz="1400" b="1" dirty="0">
                          <a:solidFill>
                            <a:schemeClr val="bg1"/>
                          </a:solidFill>
                        </a:rPr>
                        <a:t>TOTAL </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a:r>
                        <a:rPr lang="fr-FR" sz="1600" b="1" dirty="0">
                          <a:solidFill>
                            <a:schemeClr val="bg1"/>
                          </a:solidFill>
                        </a:rPr>
                        <a:t>11k€</a:t>
                      </a:r>
                    </a:p>
                  </a:txBody>
                  <a:tcPr marL="121920" marR="12192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56273618"/>
                  </a:ext>
                </a:extLst>
              </a:tr>
            </a:tbl>
          </a:graphicData>
        </a:graphic>
      </p:graphicFrame>
      <p:sp>
        <p:nvSpPr>
          <p:cNvPr id="11" name="TextBox 10">
            <a:extLst>
              <a:ext uri="{FF2B5EF4-FFF2-40B4-BE49-F238E27FC236}">
                <a16:creationId xmlns:a16="http://schemas.microsoft.com/office/drawing/2014/main" id="{70146424-9516-F839-A865-271B1421C6AF}"/>
              </a:ext>
            </a:extLst>
          </p:cNvPr>
          <p:cNvSpPr txBox="1"/>
          <p:nvPr/>
        </p:nvSpPr>
        <p:spPr>
          <a:xfrm>
            <a:off x="7609696" y="589403"/>
            <a:ext cx="3578442" cy="95410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Change of inserts due to modification of the parts requested by SEP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ZoneTexte 48">
            <a:extLst>
              <a:ext uri="{FF2B5EF4-FFF2-40B4-BE49-F238E27FC236}">
                <a16:creationId xmlns:a16="http://schemas.microsoft.com/office/drawing/2014/main" id="{0552381C-9AF4-B736-0E16-D7ED06963464}"/>
              </a:ext>
            </a:extLst>
          </p:cNvPr>
          <p:cNvSpPr txBox="1"/>
          <p:nvPr/>
        </p:nvSpPr>
        <p:spPr>
          <a:xfrm>
            <a:off x="170883" y="1625100"/>
            <a:ext cx="3477381" cy="3754874"/>
          </a:xfrm>
          <a:prstGeom prst="rect">
            <a:avLst/>
          </a:prstGeom>
          <a:noFill/>
        </p:spPr>
        <p:txBody>
          <a:bodyPr wrap="square" rtlCol="0">
            <a:spAutoFit/>
          </a:bodyPr>
          <a:lstStyle/>
          <a:p>
            <a:pPr marL="171450" marR="0" lvl="0" indent="-171450" algn="l" defTabSz="609563"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dirty="0">
                <a:solidFill>
                  <a:srgbClr val="FFFFFF"/>
                </a:solidFill>
                <a:latin typeface="Arial" panose="020B0604020202020204"/>
              </a:rPr>
              <a:t>Topic: Capacity</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Improving old tools with expired life</a:t>
            </a:r>
            <a:r>
              <a:rPr lang="bg-BG" sz="1400" dirty="0">
                <a:solidFill>
                  <a:srgbClr val="FFFFFF"/>
                </a:solidFill>
                <a:latin typeface="Arial" panose="020B0604020202020204"/>
              </a:rPr>
              <a:t> </a:t>
            </a:r>
            <a:r>
              <a:rPr lang="en-US" sz="1400" dirty="0">
                <a:solidFill>
                  <a:srgbClr val="FFFFFF"/>
                </a:solidFill>
                <a:latin typeface="Arial" panose="020B0604020202020204"/>
              </a:rPr>
              <a:t>Y4</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Modification according to SEP requirements</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Quality improvement</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Securing capacity</a:t>
            </a:r>
            <a:r>
              <a:rPr lang="bg-BG" sz="1400" dirty="0">
                <a:solidFill>
                  <a:srgbClr val="FFFFFF"/>
                </a:solidFill>
                <a:latin typeface="Arial" panose="020B0604020202020204"/>
              </a:rPr>
              <a:t> </a:t>
            </a:r>
            <a:r>
              <a:rPr lang="en-US" sz="1400" dirty="0">
                <a:solidFill>
                  <a:srgbClr val="FFFFFF"/>
                </a:solidFill>
                <a:latin typeface="Arial" panose="020B0604020202020204"/>
              </a:rPr>
              <a:t>according to the SPS rule</a:t>
            </a:r>
          </a:p>
          <a:p>
            <a:pPr marL="214307" lvl="0" indent="-214307" defTabSz="856587" fontAlgn="base">
              <a:spcBef>
                <a:spcPct val="0"/>
              </a:spcBef>
              <a:spcAft>
                <a:spcPct val="0"/>
              </a:spcAft>
              <a:buFont typeface="Arial" panose="020B0604020202020204" pitchFamily="34" charset="0"/>
              <a:buChar char="•"/>
              <a:defRPr/>
            </a:pPr>
            <a:r>
              <a:rPr lang="en-US" sz="1400" dirty="0">
                <a:solidFill>
                  <a:srgbClr val="FFFFFF"/>
                </a:solidFill>
                <a:latin typeface="Arial" panose="020B0604020202020204"/>
              </a:rPr>
              <a:t>Lower cost of the manufactured product</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Ensure stable deliveries and quality of AAV30014A for Plovdiv/Ales Plants.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Yearly Forecast = 12M sets.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Reduce NPT in Plovdiv Assembly Lines</a:t>
            </a:r>
          </a:p>
          <a:p>
            <a:pPr marL="285750" lvl="0" indent="-285750" defTabSz="609563">
              <a:buFont typeface="Wingdings" panose="05000000000000000000" pitchFamily="2" charset="2"/>
              <a:buChar char="Ø"/>
              <a:defRPr/>
            </a:pPr>
            <a:r>
              <a:rPr lang="en-US" sz="1400" dirty="0">
                <a:solidFill>
                  <a:srgbClr val="FFFFFF"/>
                </a:solidFill>
                <a:latin typeface="Arial" panose="020B0604020202020204"/>
              </a:rPr>
              <a:t>Reduce Scrap Rate in Plovdiv Assembly process.</a:t>
            </a:r>
          </a:p>
          <a:p>
            <a:pPr marL="214307" lvl="0" indent="-214307" defTabSz="856587" fontAlgn="base">
              <a:spcBef>
                <a:spcPct val="0"/>
              </a:spcBef>
              <a:spcAft>
                <a:spcPct val="0"/>
              </a:spcAft>
              <a:buFont typeface="Arial" panose="020B0604020202020204" pitchFamily="34" charset="0"/>
              <a:buChar char="•"/>
              <a:defRPr/>
            </a:pPr>
            <a:endParaRPr lang="en-US" sz="1400" dirty="0">
              <a:solidFill>
                <a:srgbClr val="FFFFFF"/>
              </a:solidFill>
              <a:latin typeface="Arial" panose="020B0604020202020204"/>
            </a:endParaRPr>
          </a:p>
        </p:txBody>
      </p:sp>
      <p:sp>
        <p:nvSpPr>
          <p:cNvPr id="142" name="TextBox 141">
            <a:extLst>
              <a:ext uri="{FF2B5EF4-FFF2-40B4-BE49-F238E27FC236}">
                <a16:creationId xmlns:a16="http://schemas.microsoft.com/office/drawing/2014/main" id="{28F59EF8-99FA-CDCF-96DA-778C8E3B1C0E}"/>
              </a:ext>
            </a:extLst>
          </p:cNvPr>
          <p:cNvSpPr txBox="1"/>
          <p:nvPr/>
        </p:nvSpPr>
        <p:spPr>
          <a:xfrm>
            <a:off x="3682628" y="3694375"/>
            <a:ext cx="11897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Comments: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Arial" panose="020B0604020202020204"/>
                <a:ea typeface="+mn-ea"/>
                <a:cs typeface="+mn-cs"/>
              </a:rPr>
              <a:t>Incurde</a:t>
            </a: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 when?</a:t>
            </a:r>
          </a:p>
        </p:txBody>
      </p:sp>
      <p:sp>
        <p:nvSpPr>
          <p:cNvPr id="18" name="Rectangle 17">
            <a:extLst>
              <a:ext uri="{FF2B5EF4-FFF2-40B4-BE49-F238E27FC236}">
                <a16:creationId xmlns:a16="http://schemas.microsoft.com/office/drawing/2014/main" id="{0BB6DFF2-A914-FD63-AF21-4281ECCD07B1}"/>
              </a:ext>
            </a:extLst>
          </p:cNvPr>
          <p:cNvSpPr/>
          <p:nvPr/>
        </p:nvSpPr>
        <p:spPr>
          <a:xfrm>
            <a:off x="7516422" y="4920034"/>
            <a:ext cx="4506065" cy="1123973"/>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defTabSz="609563">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Risks in case NO GO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CFDFB44C-7192-FADB-A630-03BDE8AF894C}"/>
              </a:ext>
            </a:extLst>
          </p:cNvPr>
          <p:cNvSpPr/>
          <p:nvPr/>
        </p:nvSpPr>
        <p:spPr>
          <a:xfrm>
            <a:off x="7516423" y="3057377"/>
            <a:ext cx="4506066" cy="1815376"/>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en-US" sz="1600" b="0" i="0" u="sng" strike="noStrike" kern="1200" cap="none" spc="0" normalizeH="0" baseline="0" noProof="0" dirty="0" err="1">
                <a:ln>
                  <a:noFill/>
                </a:ln>
                <a:solidFill>
                  <a:srgbClr val="FFFFFF"/>
                </a:solidFill>
                <a:effectLst/>
                <a:uLnTx/>
                <a:uFillTx/>
                <a:latin typeface="Arial" panose="020B0604020202020204"/>
                <a:ea typeface="+mn-ea"/>
                <a:cs typeface="+mn-cs"/>
              </a:rPr>
              <a:t>Futur</a:t>
            </a:r>
            <a:r>
              <a:rPr lang="en-US" sz="1600" u="sng" dirty="0">
                <a:solidFill>
                  <a:srgbClr val="FFFFFF"/>
                </a:solidFill>
                <a:latin typeface="Arial" panose="020B0604020202020204"/>
              </a:rPr>
              <a:t>e situation (Gains)</a:t>
            </a:r>
            <a:endParaRPr kumimoji="0" lang="en-US" sz="1600" b="0" i="0" u="sng"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ZoneTexte 48">
            <a:extLst>
              <a:ext uri="{FF2B5EF4-FFF2-40B4-BE49-F238E27FC236}">
                <a16:creationId xmlns:a16="http://schemas.microsoft.com/office/drawing/2014/main" id="{5FB4CD80-277B-4E4A-1DC1-CE61BFB2BFFF}"/>
              </a:ext>
            </a:extLst>
          </p:cNvPr>
          <p:cNvSpPr txBox="1"/>
          <p:nvPr/>
        </p:nvSpPr>
        <p:spPr>
          <a:xfrm>
            <a:off x="7702047" y="3257072"/>
            <a:ext cx="3723691" cy="954107"/>
          </a:xfrm>
          <a:prstGeom prst="rect">
            <a:avLst/>
          </a:prstGeom>
          <a:noFill/>
        </p:spPr>
        <p:txBody>
          <a:bodyPr wrap="square" rtlCol="0">
            <a:spAutoFit/>
          </a:bodyPr>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 </a:t>
            </a:r>
          </a:p>
          <a:p>
            <a:pPr marL="171450" marR="0" lvl="0" indent="-171450" algn="l" defTabSz="609563"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rPr>
              <a:t>Modified parts according</a:t>
            </a:r>
            <a:r>
              <a:rPr lang="en-US" sz="1400" dirty="0">
                <a:solidFill>
                  <a:srgbClr val="FFFFFF"/>
                </a:solidFill>
                <a:latin typeface="Arial" panose="020B0604020202020204"/>
              </a:rPr>
              <a:t>g to SEP request and more capacity needed to cover new forecast of 12mil vs 7mil in the past</a:t>
            </a: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ZoneTexte 48">
            <a:extLst>
              <a:ext uri="{FF2B5EF4-FFF2-40B4-BE49-F238E27FC236}">
                <a16:creationId xmlns:a16="http://schemas.microsoft.com/office/drawing/2014/main" id="{8D3EBA5E-330A-4725-2A3A-A113091D4BDB}"/>
              </a:ext>
            </a:extLst>
          </p:cNvPr>
          <p:cNvSpPr txBox="1"/>
          <p:nvPr/>
        </p:nvSpPr>
        <p:spPr>
          <a:xfrm>
            <a:off x="7609696" y="5203026"/>
            <a:ext cx="3723691" cy="523220"/>
          </a:xfrm>
          <a:prstGeom prst="rect">
            <a:avLst/>
          </a:prstGeom>
          <a:noFill/>
        </p:spPr>
        <p:txBody>
          <a:bodyPr wrap="square" rtlCol="0">
            <a:spAutoFit/>
          </a:bodyPr>
          <a:lstStyle/>
          <a:p>
            <a:pPr algn="l"/>
            <a:r>
              <a:rPr lang="en-US" sz="1400" dirty="0">
                <a:solidFill>
                  <a:srgbClr val="FFFFFF"/>
                </a:solidFill>
                <a:latin typeface="Arial" panose="020B0604020202020204"/>
              </a:rPr>
              <a:t>Stop delivery of the AAV30014A BGBFBBV49947A BGBFBBV49944A</a:t>
            </a:r>
            <a:endParaRPr kumimoji="0" lang="en-US"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C43D1BFD-A4B1-819F-61BC-00D48067655C}"/>
              </a:ext>
            </a:extLst>
          </p:cNvPr>
          <p:cNvSpPr/>
          <p:nvPr/>
        </p:nvSpPr>
        <p:spPr>
          <a:xfrm>
            <a:off x="3686312" y="282318"/>
            <a:ext cx="3775192" cy="2251496"/>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0"/>
              </a:spcAft>
              <a:buClrTx/>
              <a:buSzTx/>
              <a:buFontTx/>
              <a:buNone/>
              <a:tabLst/>
              <a:defRPr/>
            </a:pPr>
            <a:r>
              <a:rPr kumimoji="0" lang="fr-FR" sz="1600" b="0" i="0" u="sng" strike="noStrike" kern="1200" cap="none" spc="0" normalizeH="0" baseline="0" noProof="0" dirty="0">
                <a:ln>
                  <a:noFill/>
                </a:ln>
                <a:solidFill>
                  <a:srgbClr val="FFFFFF"/>
                </a:solidFill>
                <a:effectLst/>
                <a:uLnTx/>
                <a:uFillTx/>
                <a:latin typeface="Arial" panose="020B0604020202020204"/>
                <a:ea typeface="+mn-ea"/>
                <a:cs typeface="+mn-cs"/>
              </a:rPr>
              <a:t>Key Intent </a:t>
            </a:r>
            <a:endParaRPr kumimoji="0" lang="fr-FR" sz="1200" b="0" i="0"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l" defTabSz="609563"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228594" marR="0" lvl="0" indent="-228594" algn="l" defTabSz="609563"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latin typeface="Arial" panose="020B0604020202020204"/>
                <a:ea typeface="+mn-ea"/>
                <a:cs typeface="+mn-cs"/>
              </a:rPr>
              <a:t>Repair of the mold</a:t>
            </a:r>
            <a:endParaRPr kumimoji="0" lang="bg-BG" sz="1200" b="0" i="0" u="none" strike="noStrike" kern="1200" cap="none" spc="0" normalizeH="0" baseline="0" noProof="0" dirty="0">
              <a:ln>
                <a:noFill/>
              </a:ln>
              <a:solidFill>
                <a:schemeClr val="bg1"/>
              </a:solidFill>
              <a:effectLst/>
              <a:uLnTx/>
              <a:uFillTx/>
              <a:latin typeface="Arial" panose="020B0604020202020204"/>
              <a:ea typeface="+mn-ea"/>
              <a:cs typeface="+mn-cs"/>
            </a:endParaRPr>
          </a:p>
          <a:p>
            <a:pPr marL="228594" marR="0" lvl="0" indent="-228594" algn="l" defTabSz="609563"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latin typeface="Arial" panose="020B0604020202020204"/>
                <a:ea typeface="+mn-ea"/>
                <a:cs typeface="+mn-cs"/>
              </a:rPr>
              <a:t>Located </a:t>
            </a:r>
            <a:r>
              <a:rPr kumimoji="0" lang="en-US" sz="1200" b="0" i="0" u="none" strike="noStrike" kern="1200" cap="none" spc="0" normalizeH="0" baseline="0" noProof="0">
                <a:ln>
                  <a:noFill/>
                </a:ln>
                <a:solidFill>
                  <a:schemeClr val="bg1"/>
                </a:solidFill>
                <a:effectLst/>
                <a:uLnTx/>
                <a:uFillTx/>
                <a:latin typeface="Arial" panose="020B0604020202020204"/>
                <a:ea typeface="+mn-ea"/>
                <a:cs typeface="+mn-cs"/>
              </a:rPr>
              <a:t>in Gotmar - BG0200P079</a:t>
            </a:r>
            <a:endParaRPr kumimoji="0" lang="bg-BG" sz="1200" b="0" i="0" u="none" strike="noStrike" kern="1200" cap="none" spc="0" normalizeH="0" baseline="0" noProof="0" dirty="0">
              <a:ln>
                <a:noFill/>
              </a:ln>
              <a:solidFill>
                <a:schemeClr val="bg1"/>
              </a:solidFill>
              <a:effectLst/>
              <a:uLnTx/>
              <a:uFillTx/>
              <a:latin typeface="Arial" panose="020B0604020202020204"/>
              <a:ea typeface="+mn-ea"/>
              <a:cs typeface="+mn-cs"/>
            </a:endParaRPr>
          </a:p>
          <a:p>
            <a:pPr marL="228594" marR="0" lvl="0" indent="-228594" algn="l" defTabSz="609563"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lang="en-US" sz="1200" dirty="0">
                <a:solidFill>
                  <a:schemeClr val="bg1"/>
                </a:solidFill>
                <a:latin typeface="Arial" panose="020B0604020202020204"/>
              </a:rPr>
              <a:t>Inv Nu: </a:t>
            </a:r>
            <a:r>
              <a:rPr kumimoji="0" lang="en-US" sz="1200" b="0" i="0" u="none" strike="noStrike" kern="1200" cap="none" spc="0" normalizeH="0" baseline="0" noProof="0" dirty="0">
                <a:ln>
                  <a:noFill/>
                </a:ln>
                <a:solidFill>
                  <a:schemeClr val="bg1"/>
                </a:solidFill>
                <a:effectLst/>
                <a:uLnTx/>
                <a:uFillTx/>
                <a:latin typeface="Arial" panose="020B0604020202020204"/>
                <a:ea typeface="+mn-ea"/>
                <a:cs typeface="+mn-cs"/>
              </a:rPr>
              <a:t>SEP0431</a:t>
            </a:r>
          </a:p>
          <a:p>
            <a:pPr marL="228594" marR="0" lvl="0" indent="-228594" algn="l" defTabSz="609563"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lang="en-US" sz="1200" dirty="0">
                <a:solidFill>
                  <a:schemeClr val="bg1"/>
                </a:solidFill>
                <a:latin typeface="Arial" panose="020B0604020202020204"/>
              </a:rPr>
              <a:t>General state of the mold: Bad</a:t>
            </a:r>
            <a:endParaRPr kumimoji="0" lang="en-US" sz="12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grpSp>
        <p:nvGrpSpPr>
          <p:cNvPr id="48" name="Groupe 9">
            <a:extLst>
              <a:ext uri="{FF2B5EF4-FFF2-40B4-BE49-F238E27FC236}">
                <a16:creationId xmlns:a16="http://schemas.microsoft.com/office/drawing/2014/main" id="{29D96F06-91FA-C94C-17B7-35DD583CA35E}"/>
              </a:ext>
            </a:extLst>
          </p:cNvPr>
          <p:cNvGrpSpPr/>
          <p:nvPr/>
        </p:nvGrpSpPr>
        <p:grpSpPr>
          <a:xfrm>
            <a:off x="3689753" y="4357274"/>
            <a:ext cx="3764625" cy="2184882"/>
            <a:chOff x="3779388" y="2407601"/>
            <a:chExt cx="3598581" cy="2184882"/>
          </a:xfrm>
          <a:solidFill>
            <a:schemeClr val="accent1">
              <a:lumMod val="50000"/>
            </a:schemeClr>
          </a:solidFill>
        </p:grpSpPr>
        <p:sp>
          <p:nvSpPr>
            <p:cNvPr id="49" name="Rectangle 48">
              <a:extLst>
                <a:ext uri="{FF2B5EF4-FFF2-40B4-BE49-F238E27FC236}">
                  <a16:creationId xmlns:a16="http://schemas.microsoft.com/office/drawing/2014/main" id="{C0F638D5-7242-30C7-53EE-B332042B21C6}"/>
                </a:ext>
              </a:extLst>
            </p:cNvPr>
            <p:cNvSpPr/>
            <p:nvPr/>
          </p:nvSpPr>
          <p:spPr>
            <a:xfrm>
              <a:off x="3779388" y="2407601"/>
              <a:ext cx="3598581" cy="2184882"/>
            </a:xfrm>
            <a:prstGeom prst="rect">
              <a:avLst/>
            </a:prstGeom>
            <a:solidFill>
              <a:schemeClr val="accent1">
                <a:lumMod val="50000"/>
                <a:alpha val="72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l" defTabSz="609563" rtl="0" eaLnBrk="1" fontAlgn="auto" latinLnBrk="0" hangingPunct="1">
                <a:lnSpc>
                  <a:spcPct val="100000"/>
                </a:lnSpc>
                <a:spcBef>
                  <a:spcPts val="0"/>
                </a:spcBef>
                <a:spcAft>
                  <a:spcPts val="800"/>
                </a:spcAft>
                <a:buClrTx/>
                <a:buSzTx/>
                <a:buFontTx/>
                <a:buNone/>
                <a:tabLst/>
                <a:defRPr/>
              </a:pPr>
              <a:r>
                <a:rPr kumimoji="0" lang="fr-FR" sz="1467" b="0" i="0" u="sng" strike="noStrike" kern="1200" cap="none" spc="0" normalizeH="0" baseline="0" noProof="0" dirty="0">
                  <a:ln>
                    <a:noFill/>
                  </a:ln>
                  <a:solidFill>
                    <a:srgbClr val="FFFFFF"/>
                  </a:solidFill>
                  <a:effectLst/>
                  <a:uLnTx/>
                  <a:uFillTx/>
                  <a:latin typeface="Arial" panose="020B0604020202020204"/>
                  <a:ea typeface="+mn-ea"/>
                  <a:cs typeface="+mn-cs"/>
                </a:rPr>
                <a:t>Initial Planning </a:t>
              </a:r>
              <a:endParaRPr kumimoji="0" lang="fr-FR" sz="1467"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0" name="Groupe 6">
              <a:extLst>
                <a:ext uri="{FF2B5EF4-FFF2-40B4-BE49-F238E27FC236}">
                  <a16:creationId xmlns:a16="http://schemas.microsoft.com/office/drawing/2014/main" id="{E79E12FF-BE66-BD31-C49C-9A289AA8B671}"/>
                </a:ext>
              </a:extLst>
            </p:cNvPr>
            <p:cNvGrpSpPr/>
            <p:nvPr/>
          </p:nvGrpSpPr>
          <p:grpSpPr>
            <a:xfrm>
              <a:off x="3868763" y="2710382"/>
              <a:ext cx="2196941" cy="1397195"/>
              <a:chOff x="3298203" y="2848834"/>
              <a:chExt cx="2196941" cy="1559365"/>
            </a:xfrm>
            <a:grpFill/>
          </p:grpSpPr>
          <p:cxnSp>
            <p:nvCxnSpPr>
              <p:cNvPr id="51" name="Straight Connector 50">
                <a:extLst>
                  <a:ext uri="{FF2B5EF4-FFF2-40B4-BE49-F238E27FC236}">
                    <a16:creationId xmlns:a16="http://schemas.microsoft.com/office/drawing/2014/main" id="{4D8917A2-F773-3A34-8E0A-1593C2290072}"/>
                  </a:ext>
                </a:extLst>
              </p:cNvPr>
              <p:cNvCxnSpPr>
                <a:cxnSpLocks/>
              </p:cNvCxnSpPr>
              <p:nvPr/>
            </p:nvCxnSpPr>
            <p:spPr>
              <a:xfrm>
                <a:off x="5385470" y="2848834"/>
                <a:ext cx="0" cy="1544585"/>
              </a:xfrm>
              <a:prstGeom prst="line">
                <a:avLst/>
              </a:prstGeom>
              <a:grpFill/>
              <a:ln w="9525"/>
            </p:spPr>
            <p:style>
              <a:lnRef idx="2">
                <a:schemeClr val="accent1"/>
              </a:lnRef>
              <a:fillRef idx="0">
                <a:schemeClr val="accent1"/>
              </a:fillRef>
              <a:effectRef idx="1">
                <a:schemeClr val="accent1"/>
              </a:effectRef>
              <a:fontRef idx="minor">
                <a:schemeClr val="tx1"/>
              </a:fontRef>
            </p:style>
          </p:cxnSp>
          <p:sp>
            <p:nvSpPr>
              <p:cNvPr id="52" name="Diamond 51">
                <a:extLst>
                  <a:ext uri="{FF2B5EF4-FFF2-40B4-BE49-F238E27FC236}">
                    <a16:creationId xmlns:a16="http://schemas.microsoft.com/office/drawing/2014/main" id="{056CA6D8-731C-DFC7-425A-32E9EA51544D}"/>
                  </a:ext>
                </a:extLst>
              </p:cNvPr>
              <p:cNvSpPr/>
              <p:nvPr/>
            </p:nvSpPr>
            <p:spPr bwMode="auto">
              <a:xfrm>
                <a:off x="5282419" y="2889935"/>
                <a:ext cx="212725" cy="243915"/>
              </a:xfrm>
              <a:prstGeom prst="diamond">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3" name="Diamond 52">
                <a:extLst>
                  <a:ext uri="{FF2B5EF4-FFF2-40B4-BE49-F238E27FC236}">
                    <a16:creationId xmlns:a16="http://schemas.microsoft.com/office/drawing/2014/main" id="{A066EA65-0C2C-D12C-6784-CC5F2E85AA4D}"/>
                  </a:ext>
                </a:extLst>
              </p:cNvPr>
              <p:cNvSpPr/>
              <p:nvPr/>
            </p:nvSpPr>
            <p:spPr bwMode="auto">
              <a:xfrm>
                <a:off x="5282419" y="3174252"/>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4" name="Diamond 53">
                <a:extLst>
                  <a:ext uri="{FF2B5EF4-FFF2-40B4-BE49-F238E27FC236}">
                    <a16:creationId xmlns:a16="http://schemas.microsoft.com/office/drawing/2014/main" id="{733EF9D9-BF18-0BD6-25C3-BC6224A56ADB}"/>
                  </a:ext>
                </a:extLst>
              </p:cNvPr>
              <p:cNvSpPr/>
              <p:nvPr/>
            </p:nvSpPr>
            <p:spPr bwMode="auto">
              <a:xfrm>
                <a:off x="5282419" y="3508575"/>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5" name="Diamond 54">
                <a:extLst>
                  <a:ext uri="{FF2B5EF4-FFF2-40B4-BE49-F238E27FC236}">
                    <a16:creationId xmlns:a16="http://schemas.microsoft.com/office/drawing/2014/main" id="{BAFFF8AD-138A-3836-3986-28B3240E5C59}"/>
                  </a:ext>
                </a:extLst>
              </p:cNvPr>
              <p:cNvSpPr/>
              <p:nvPr/>
            </p:nvSpPr>
            <p:spPr bwMode="auto">
              <a:xfrm>
                <a:off x="5279109" y="3860878"/>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6" name="Diamond 55">
                <a:extLst>
                  <a:ext uri="{FF2B5EF4-FFF2-40B4-BE49-F238E27FC236}">
                    <a16:creationId xmlns:a16="http://schemas.microsoft.com/office/drawing/2014/main" id="{3A0438CA-7D02-8781-0CDE-41367C030643}"/>
                  </a:ext>
                </a:extLst>
              </p:cNvPr>
              <p:cNvSpPr/>
              <p:nvPr/>
            </p:nvSpPr>
            <p:spPr bwMode="auto">
              <a:xfrm>
                <a:off x="5279108" y="4149506"/>
                <a:ext cx="212725" cy="243915"/>
              </a:xfrm>
              <a:prstGeom prst="diamond">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45714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mn-cs"/>
                </a:endParaRPr>
              </a:p>
            </p:txBody>
          </p:sp>
          <p:sp>
            <p:nvSpPr>
              <p:cNvPr id="57" name="TextBox 56">
                <a:extLst>
                  <a:ext uri="{FF2B5EF4-FFF2-40B4-BE49-F238E27FC236}">
                    <a16:creationId xmlns:a16="http://schemas.microsoft.com/office/drawing/2014/main" id="{9CEBDBD3-7365-268E-FD45-A210F31C4792}"/>
                  </a:ext>
                </a:extLst>
              </p:cNvPr>
              <p:cNvSpPr txBox="1"/>
              <p:nvPr/>
            </p:nvSpPr>
            <p:spPr>
              <a:xfrm>
                <a:off x="3309740" y="2878794"/>
                <a:ext cx="628255"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58" name="TextBox 57">
                <a:extLst>
                  <a:ext uri="{FF2B5EF4-FFF2-40B4-BE49-F238E27FC236}">
                    <a16:creationId xmlns:a16="http://schemas.microsoft.com/office/drawing/2014/main" id="{F318A296-3982-FD91-89B2-26ADDF3A5934}"/>
                  </a:ext>
                </a:extLst>
              </p:cNvPr>
              <p:cNvSpPr txBox="1"/>
              <p:nvPr/>
            </p:nvSpPr>
            <p:spPr>
              <a:xfrm>
                <a:off x="3301810" y="3181074"/>
                <a:ext cx="628255"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59" name="TextBox 58">
                <a:extLst>
                  <a:ext uri="{FF2B5EF4-FFF2-40B4-BE49-F238E27FC236}">
                    <a16:creationId xmlns:a16="http://schemas.microsoft.com/office/drawing/2014/main" id="{0A9174B2-48EB-7AEC-641C-582DB335EB7B}"/>
                  </a:ext>
                </a:extLst>
              </p:cNvPr>
              <p:cNvSpPr txBox="1"/>
              <p:nvPr/>
            </p:nvSpPr>
            <p:spPr>
              <a:xfrm>
                <a:off x="3311635" y="3511323"/>
                <a:ext cx="645086"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2025-09</a:t>
                </a:r>
              </a:p>
            </p:txBody>
          </p:sp>
          <p:sp>
            <p:nvSpPr>
              <p:cNvPr id="60" name="TextBox 59">
                <a:extLst>
                  <a:ext uri="{FF2B5EF4-FFF2-40B4-BE49-F238E27FC236}">
                    <a16:creationId xmlns:a16="http://schemas.microsoft.com/office/drawing/2014/main" id="{60AC9304-7B42-1E18-4963-DF69E2582592}"/>
                  </a:ext>
                </a:extLst>
              </p:cNvPr>
              <p:cNvSpPr txBox="1"/>
              <p:nvPr/>
            </p:nvSpPr>
            <p:spPr>
              <a:xfrm>
                <a:off x="3298203" y="3823371"/>
                <a:ext cx="658518"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2025-</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p>
            </p:txBody>
          </p:sp>
          <p:sp>
            <p:nvSpPr>
              <p:cNvPr id="61" name="TextBox 60">
                <a:extLst>
                  <a:ext uri="{FF2B5EF4-FFF2-40B4-BE49-F238E27FC236}">
                    <a16:creationId xmlns:a16="http://schemas.microsoft.com/office/drawing/2014/main" id="{B7270500-EA65-4F7D-1AC4-2C05395F0757}"/>
                  </a:ext>
                </a:extLst>
              </p:cNvPr>
              <p:cNvSpPr txBox="1"/>
              <p:nvPr/>
            </p:nvSpPr>
            <p:spPr>
              <a:xfrm>
                <a:off x="3298203" y="4124811"/>
                <a:ext cx="631862" cy="283388"/>
              </a:xfrm>
              <a:prstGeom prst="rect">
                <a:avLst/>
              </a:prstGeom>
              <a:grp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202</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6</a:t>
                </a:r>
                <a:r>
                  <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-0</a:t>
                </a:r>
                <a:r>
                  <a:rPr kumimoji="0" lang="bg-BG"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rPr>
                  <a:t>1</a:t>
                </a:r>
                <a:endParaRPr kumimoji="0" lang="en-US" sz="1050" b="0" i="0" u="none" strike="noStrike" kern="1200" cap="none" spc="0" normalizeH="0" baseline="0" noProof="0" dirty="0">
                  <a:ln>
                    <a:noFill/>
                  </a:ln>
                  <a:solidFill>
                    <a:srgbClr val="FFFFFF">
                      <a:lumMod val="65000"/>
                    </a:srgbClr>
                  </a:solidFill>
                  <a:effectLst/>
                  <a:uLnTx/>
                  <a:uFillTx/>
                  <a:latin typeface="72 Condensed" panose="020B0506030000000003" pitchFamily="34" charset="0"/>
                  <a:ea typeface="+mn-ea"/>
                  <a:cs typeface="72 Condensed" panose="020B0506030000000003" pitchFamily="34" charset="0"/>
                </a:endParaRPr>
              </a:p>
            </p:txBody>
          </p:sp>
          <p:sp>
            <p:nvSpPr>
              <p:cNvPr id="62" name="TextBox 61">
                <a:extLst>
                  <a:ext uri="{FF2B5EF4-FFF2-40B4-BE49-F238E27FC236}">
                    <a16:creationId xmlns:a16="http://schemas.microsoft.com/office/drawing/2014/main" id="{857F4D61-435A-EF0D-F9D2-FB0D9B3D7C4E}"/>
                  </a:ext>
                </a:extLst>
              </p:cNvPr>
              <p:cNvSpPr txBox="1"/>
              <p:nvPr/>
            </p:nvSpPr>
            <p:spPr>
              <a:xfrm>
                <a:off x="4026000" y="2848834"/>
                <a:ext cx="1139122"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BCI preparation</a:t>
                </a:r>
              </a:p>
            </p:txBody>
          </p:sp>
          <p:sp>
            <p:nvSpPr>
              <p:cNvPr id="63" name="TextBox 62">
                <a:extLst>
                  <a:ext uri="{FF2B5EF4-FFF2-40B4-BE49-F238E27FC236}">
                    <a16:creationId xmlns:a16="http://schemas.microsoft.com/office/drawing/2014/main" id="{142A7234-82CB-C2FB-8655-07192AD22241}"/>
                  </a:ext>
                </a:extLst>
              </p:cNvPr>
              <p:cNvSpPr txBox="1"/>
              <p:nvPr/>
            </p:nvSpPr>
            <p:spPr>
              <a:xfrm>
                <a:off x="4024595" y="3147458"/>
                <a:ext cx="1017644"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BCI Validation</a:t>
                </a:r>
              </a:p>
            </p:txBody>
          </p:sp>
          <p:sp>
            <p:nvSpPr>
              <p:cNvPr id="66" name="TextBox 65">
                <a:extLst>
                  <a:ext uri="{FF2B5EF4-FFF2-40B4-BE49-F238E27FC236}">
                    <a16:creationId xmlns:a16="http://schemas.microsoft.com/office/drawing/2014/main" id="{9BDE1332-22DB-1667-04F0-7E52232452D1}"/>
                  </a:ext>
                </a:extLst>
              </p:cNvPr>
              <p:cNvSpPr txBox="1"/>
              <p:nvPr/>
            </p:nvSpPr>
            <p:spPr>
              <a:xfrm>
                <a:off x="4031489" y="3484233"/>
                <a:ext cx="1017644" cy="3200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PO</a:t>
                </a:r>
              </a:p>
            </p:txBody>
          </p:sp>
          <p:sp>
            <p:nvSpPr>
              <p:cNvPr id="68" name="TextBox 67">
                <a:extLst>
                  <a:ext uri="{FF2B5EF4-FFF2-40B4-BE49-F238E27FC236}">
                    <a16:creationId xmlns:a16="http://schemas.microsoft.com/office/drawing/2014/main" id="{7F4E28A0-5505-9F0C-B767-F4010C7B53B5}"/>
                  </a:ext>
                </a:extLst>
              </p:cNvPr>
              <p:cNvSpPr txBox="1"/>
              <p:nvPr/>
            </p:nvSpPr>
            <p:spPr>
              <a:xfrm>
                <a:off x="4021667" y="3804264"/>
                <a:ext cx="1183546" cy="3091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Realization </a:t>
                </a:r>
                <a:r>
                  <a:rPr kumimoji="0" lang="en-US" sz="105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stage</a:t>
                </a:r>
                <a:endParaRPr kumimoji="0" lang="en-US" sz="120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endParaRPr>
              </a:p>
            </p:txBody>
          </p:sp>
        </p:grpSp>
      </p:grpSp>
      <p:sp>
        <p:nvSpPr>
          <p:cNvPr id="69" name="TextBox 68">
            <a:extLst>
              <a:ext uri="{FF2B5EF4-FFF2-40B4-BE49-F238E27FC236}">
                <a16:creationId xmlns:a16="http://schemas.microsoft.com/office/drawing/2014/main" id="{BAC777DD-AD36-C4A3-22FF-DC14367C0010}"/>
              </a:ext>
            </a:extLst>
          </p:cNvPr>
          <p:cNvSpPr txBox="1"/>
          <p:nvPr/>
        </p:nvSpPr>
        <p:spPr>
          <a:xfrm>
            <a:off x="4558993" y="5802872"/>
            <a:ext cx="12853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lumMod val="95000"/>
                  </a:srgbClr>
                </a:solidFill>
                <a:effectLst/>
                <a:uLnTx/>
                <a:uFillTx/>
                <a:latin typeface="72 Condensed" panose="020B0506030000000003" pitchFamily="34" charset="0"/>
                <a:ea typeface="+mn-ea"/>
                <a:cs typeface="72 Condensed" panose="020B0506030000000003" pitchFamily="34" charset="0"/>
              </a:rPr>
              <a:t>Finish of the project</a:t>
            </a:r>
          </a:p>
        </p:txBody>
      </p:sp>
      <p:sp>
        <p:nvSpPr>
          <p:cNvPr id="4" name="Arrow: Down 3">
            <a:extLst>
              <a:ext uri="{FF2B5EF4-FFF2-40B4-BE49-F238E27FC236}">
                <a16:creationId xmlns:a16="http://schemas.microsoft.com/office/drawing/2014/main" id="{531A4BCA-7B6B-66C9-1C7B-F45F44B5CC71}"/>
              </a:ext>
            </a:extLst>
          </p:cNvPr>
          <p:cNvSpPr/>
          <p:nvPr/>
        </p:nvSpPr>
        <p:spPr>
          <a:xfrm>
            <a:off x="6225149" y="4743174"/>
            <a:ext cx="204140" cy="1273599"/>
          </a:xfrm>
          <a:prstGeom prst="downArrow">
            <a:avLst/>
          </a:prstGeom>
          <a:gradFill flip="none" rotWithShape="1">
            <a:gsLst>
              <a:gs pos="0">
                <a:schemeClr val="tx2">
                  <a:lumMod val="75000"/>
                </a:schemeClr>
              </a:gs>
              <a:gs pos="51000">
                <a:schemeClr val="accent2">
                  <a:lumMod val="97000"/>
                  <a:lumOff val="3000"/>
                </a:schemeClr>
              </a:gs>
              <a:gs pos="100000">
                <a:srgbClr val="FF0000"/>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49055919"/>
      </p:ext>
    </p:extLst>
  </p:cSld>
  <p:clrMapOvr>
    <a:masterClrMapping/>
  </p:clrMapOvr>
</p:sld>
</file>

<file path=ppt/theme/theme1.xml><?xml version="1.0" encoding="utf-8"?>
<a:theme xmlns:a="http://schemas.openxmlformats.org/drawingml/2006/main" name="11_SE15_LIO_TextOnly V3">
  <a:themeElements>
    <a:clrScheme name="Custom 1">
      <a:dk1>
        <a:srgbClr val="000000"/>
      </a:dk1>
      <a:lt1>
        <a:srgbClr val="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FEFFFF"/>
      </a:hlink>
      <a:folHlink>
        <a:srgbClr val="42B4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FA591B388A1C434DB498850B5BC905E3" ma:contentTypeVersion="116" ma:contentTypeDescription="Създаване на нов документ" ma:contentTypeScope="" ma:versionID="f3c8769758985f8f41f7d1bbf625ed75">
  <xsd:schema xmlns:xsd="http://www.w3.org/2001/XMLSchema" xmlns:xs="http://www.w3.org/2001/XMLSchema" xmlns:p="http://schemas.microsoft.com/office/2006/metadata/properties" xmlns:ns1="http://schemas.microsoft.com/sharepoint/v3" xmlns:ns2="07ef907c-7023-4580-9165-362d7317d7ef" xmlns:ns3="dc4bee1c-738c-4b27-9964-cead3ca5d542" targetNamespace="http://schemas.microsoft.com/office/2006/metadata/properties" ma:root="true" ma:fieldsID="71cd74f6d9305d06a58d67ebfd9555dd" ns1:_="" ns2:_="" ns3:_="">
    <xsd:import namespace="http://schemas.microsoft.com/sharepoint/v3"/>
    <xsd:import namespace="07ef907c-7023-4580-9165-362d7317d7ef"/>
    <xsd:import namespace="dc4bee1c-738c-4b27-9964-cead3ca5d5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1:_ip_UnifiedCompliancePolicyProperties" minOccurs="0"/>
                <xsd:element ref="ns1:_ip_UnifiedCompliancePolicyUIAction" minOccurs="0"/>
                <xsd:element ref="ns3:TaxCatchAll" minOccurs="0"/>
                <xsd:element ref="ns2:lcf76f155ced4ddcb4097134ff3c332f" minOccurs="0"/>
                <xsd:element ref="ns2:Project_" minOccurs="0"/>
                <xsd:element ref="ns2:Ref_" minOccurs="0"/>
                <xsd:element ref="ns2:Nameofthepart" minOccurs="0"/>
                <xsd:element ref="ns2:Inventory_number_Gormar" minOccurs="0"/>
                <xsd:element ref="ns2:Plantowner" minOccurs="0"/>
                <xsd:element ref="ns2:Documentsfolder" minOccurs="0"/>
                <xsd:element ref="ns2:Typeofservice" minOccurs="0"/>
                <xsd:element ref="ns2:Partimpacted" minOccurs="0"/>
                <xsd:element ref="ns2:Descriptionoftheissue" minOccurs="0"/>
                <xsd:element ref="ns2:GeneralToolCondition" minOccurs="0"/>
                <xsd:element ref="ns2:MediaServiceObjectDetectorVersions" minOccurs="0"/>
                <xsd:element ref="ns2:SEinventorynumber" minOccurs="0"/>
                <xsd:element ref="ns2:Toolnumber_x0028_Y1_x002c_A1_x002c_B2_x2026__x0029_" minOccurs="0"/>
                <xsd:element ref="ns2:Sitename" minOccurs="0"/>
                <xsd:element ref="ns2:ProjectStatus" minOccurs="0"/>
                <xsd:element ref="ns2:PRIORITY" minOccurs="0"/>
                <xsd:element ref="ns2:Creationdate" minOccurs="0"/>
                <xsd:element ref="ns2:Offercreationdate" minOccurs="0"/>
                <xsd:element ref="ns2:_x0031__x002e_Price" minOccurs="0"/>
                <xsd:element ref="ns2:_x0032__x002e_Price" minOccurs="0"/>
                <xsd:element ref="ns2:_x0033__x002e_Price" minOccurs="0"/>
                <xsd:element ref="ns2:_x0034__x002e_Price" minOccurs="0"/>
                <xsd:element ref="ns2:_x0035__x002e_Price" minOccurs="0"/>
                <xsd:element ref="ns2:_x0036__x002e_Price" minOccurs="0"/>
                <xsd:element ref="ns2:_x0037__x002e_Price" minOccurs="0"/>
                <xsd:element ref="ns2:_x0038__x002e_Price" minOccurs="0"/>
                <xsd:element ref="ns2:_x0039__x002e_Price" minOccurs="0"/>
                <xsd:element ref="ns2:_x0031_0_x002e_Price" minOccurs="0"/>
                <xsd:element ref="ns2:_x0031__x002e_Quantity" minOccurs="0"/>
                <xsd:element ref="ns2:_x0032__x002e_Quantity" minOccurs="0"/>
                <xsd:element ref="ns2:_x0033__x002e_Quantity" minOccurs="0"/>
                <xsd:element ref="ns2:_x0034__x002e_Quantity" minOccurs="0"/>
                <xsd:element ref="ns2:_x0035__x002e_Quantity" minOccurs="0"/>
                <xsd:element ref="ns2:_x0036__x002e_Quantity" minOccurs="0"/>
                <xsd:element ref="ns2:_x0037__x002e_Quantity" minOccurs="0"/>
                <xsd:element ref="ns2:_x0038__x002e_Quantity" minOccurs="0"/>
                <xsd:element ref="ns2:_x0039__x002e_Quantity" minOccurs="0"/>
                <xsd:element ref="ns2:_x0031_0_x002e_Quantity" minOccurs="0"/>
                <xsd:element ref="ns2:_x0031__x002e_Total" minOccurs="0"/>
                <xsd:element ref="ns2:_x0032__x002e_Total" minOccurs="0"/>
                <xsd:element ref="ns2:_x0033__x002e_Total" minOccurs="0"/>
                <xsd:element ref="ns2:_x0034__x002e_Total" minOccurs="0"/>
                <xsd:element ref="ns2:_x0035__x002e_Total" minOccurs="0"/>
                <xsd:element ref="ns2:_x0036__x002e_Total" minOccurs="0"/>
                <xsd:element ref="ns2:_x0037__x002e_Total" minOccurs="0"/>
                <xsd:element ref="ns2:_x0038__x002e_Total" minOccurs="0"/>
                <xsd:element ref="ns2:_x0039__x002e_Total" minOccurs="0"/>
                <xsd:element ref="ns2:_x0031_0_x002e_Total" minOccurs="0"/>
                <xsd:element ref="ns2:Projectmanagementcost" minOccurs="0"/>
                <xsd:element ref="ns2:TotalCAPEXamount" minOccurs="0"/>
                <xsd:element ref="ns2:Totalcost" minOccurs="0"/>
                <xsd:element ref="ns2:_x0031__x002e_Description" minOccurs="0"/>
                <xsd:element ref="ns2:_x0032__x002e_Description" minOccurs="0"/>
                <xsd:element ref="ns2:_x0033__x002e_Description" minOccurs="0"/>
                <xsd:element ref="ns2:_x0034__x002e_Description" minOccurs="0"/>
                <xsd:element ref="ns2:_x0035__x002e_Description" minOccurs="0"/>
                <xsd:element ref="ns2:_x0036__x002e_Description" minOccurs="0"/>
                <xsd:element ref="ns2:_x0037__x002e_Description" minOccurs="0"/>
                <xsd:element ref="ns2:_x0038__x002e_Description" minOccurs="0"/>
                <xsd:element ref="ns2:_x0039__x002e_Description" minOccurs="0"/>
                <xsd:element ref="ns2:_x0031_0_x002e_Description" minOccurs="0"/>
                <xsd:element ref="ns2:_x0031_1_x002e_Description" minOccurs="0"/>
                <xsd:element ref="ns2:_x0031_2_x002e_Description" minOccurs="0"/>
                <xsd:element ref="ns2:_x0031_3_x002e_Description" minOccurs="0"/>
                <xsd:element ref="ns2:_x0031_4_x002e_Description" minOccurs="0"/>
                <xsd:element ref="ns2:_x0031_5_x002e_Description" minOccurs="0"/>
                <xsd:element ref="ns2:_x0031_1_x002e_Price" minOccurs="0"/>
                <xsd:element ref="ns2:_x0031_2_x002e_Price" minOccurs="0"/>
                <xsd:element ref="ns2:_x0031_3_x002e_Price" minOccurs="0"/>
                <xsd:element ref="ns2:_x0031_4_x002e_Price" minOccurs="0"/>
                <xsd:element ref="ns2:_x0031_5_x002e_Price" minOccurs="0"/>
                <xsd:element ref="ns2:_x0031_1_x002e_Quantity" minOccurs="0"/>
                <xsd:element ref="ns2:_x0031_2_x002e_Quantity" minOccurs="0"/>
                <xsd:element ref="ns2:_x0031_3_x002e_Quantity" minOccurs="0"/>
                <xsd:element ref="ns2:_x0031_4_x002e_Quantity" minOccurs="0"/>
                <xsd:element ref="ns2:_x0031_5_x002e_Quantity" minOccurs="0"/>
                <xsd:element ref="ns2:_x0031_1_x002e_Total" minOccurs="0"/>
                <xsd:element ref="ns2:_x0031_2_x002e_Total" minOccurs="0"/>
                <xsd:element ref="ns2:_x0031_3_x002e_Total" minOccurs="0"/>
                <xsd:element ref="ns2:_x0031_4_x002e_Total" minOccurs="0"/>
                <xsd:element ref="ns2:_x0031_5_x002e_Total" minOccurs="0"/>
                <xsd:element ref="ns2:Machiningleadtime" minOccurs="0"/>
                <xsd:element ref="ns2:Approvaldate" minOccurs="0"/>
                <xsd:element ref="ns2:LeadtimeforPO_x002f_BCIapprovalandsending" minOccurs="0"/>
                <xsd:element ref="ns2:Leadtimeforqualification" minOccurs="0"/>
                <xsd:element ref="ns2:Finishoftheproject" minOccurs="0"/>
                <xsd:element ref="ns2:Finishoftheproject_x0028_official_x0029_" minOccurs="0"/>
                <xsd:element ref="ns2:MachinigAndQualificationTime" minOccurs="0"/>
                <xsd:element ref="ns2:Machiningstagedone" minOccurs="0"/>
                <xsd:element ref="ns2:POSentDateestimated" minOccurs="0"/>
                <xsd:element ref="ns2:POsentdate" minOccurs="0"/>
                <xsd:element ref="ns2:Finishofmachiningstageandstartqualificationofficia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Свойства на единните правила за съвместимост" ma:hidden="true" ma:internalName="_ip_UnifiedCompliancePolicyProperties">
      <xsd:simpleType>
        <xsd:restriction base="dms:Note"/>
      </xsd:simpleType>
    </xsd:element>
    <xsd:element name="_ip_UnifiedCompliancePolicyUIAction" ma:index="22" nillable="true" ma:displayName="Действие в ПИ на единните правила за съвместимост"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ef907c-7023-4580-9165-362d7317d7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Етикети за изображения"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Project_" ma:index="26" nillable="true" ma:displayName="Project_" ma:format="Dropdown" ma:internalName="Project_">
      <xsd:simpleType>
        <xsd:restriction base="dms:Text">
          <xsd:maxLength value="255"/>
        </xsd:restriction>
      </xsd:simpleType>
    </xsd:element>
    <xsd:element name="Ref_" ma:index="27" nillable="true" ma:displayName="Ref_" ma:format="Dropdown" ma:internalName="Ref_">
      <xsd:simpleType>
        <xsd:restriction base="dms:Text">
          <xsd:maxLength value="255"/>
        </xsd:restriction>
      </xsd:simpleType>
    </xsd:element>
    <xsd:element name="Nameofthepart" ma:index="28" nillable="true" ma:displayName="Name of the part" ma:format="Dropdown" ma:internalName="Nameofthepart">
      <xsd:simpleType>
        <xsd:restriction base="dms:Text">
          <xsd:maxLength value="255"/>
        </xsd:restriction>
      </xsd:simpleType>
    </xsd:element>
    <xsd:element name="Inventory_number_Gormar" ma:index="29" nillable="true" ma:displayName="Inventory_number_Gormar" ma:format="Dropdown" ma:internalName="Inventory_number_Gormar">
      <xsd:simpleType>
        <xsd:restriction base="dms:Text">
          <xsd:maxLength value="255"/>
        </xsd:restriction>
      </xsd:simpleType>
    </xsd:element>
    <xsd:element name="Plantowner" ma:index="30" nillable="true" ma:displayName="Plant owner" ma:format="Dropdown" ma:internalName="Plantowner">
      <xsd:simpleType>
        <xsd:restriction base="dms:Text">
          <xsd:maxLength value="255"/>
        </xsd:restriction>
      </xsd:simpleType>
    </xsd:element>
    <xsd:element name="Documentsfolder" ma:index="31" nillable="true" ma:displayName="Documents folder" ma:format="Dropdown" ma:internalName="Documentsfolder">
      <xsd:simpleType>
        <xsd:restriction base="dms:Text">
          <xsd:maxLength value="255"/>
        </xsd:restriction>
      </xsd:simpleType>
    </xsd:element>
    <xsd:element name="Typeofservice" ma:index="32" nillable="true" ma:displayName="Type of service" ma:format="Dropdown" ma:internalName="Typeofservice">
      <xsd:simpleType>
        <xsd:restriction base="dms:Text">
          <xsd:maxLength value="255"/>
        </xsd:restriction>
      </xsd:simpleType>
    </xsd:element>
    <xsd:element name="Partimpacted" ma:index="33" nillable="true" ma:displayName="Part impacted" ma:format="Dropdown" ma:internalName="Partimpacted">
      <xsd:simpleType>
        <xsd:restriction base="dms:Text">
          <xsd:maxLength value="255"/>
        </xsd:restriction>
      </xsd:simpleType>
    </xsd:element>
    <xsd:element name="Descriptionoftheissue" ma:index="34" nillable="true" ma:displayName="Description of the issue" ma:format="Dropdown" ma:internalName="Descriptionoftheissue">
      <xsd:simpleType>
        <xsd:restriction base="dms:Text">
          <xsd:maxLength value="255"/>
        </xsd:restriction>
      </xsd:simpleType>
    </xsd:element>
    <xsd:element name="GeneralToolCondition" ma:index="35" nillable="true" ma:displayName="GeneralToolCondition" ma:format="Dropdown" ma:internalName="GeneralToolCondition">
      <xsd:simpleType>
        <xsd:restriction base="dms:Text">
          <xsd:maxLength value="255"/>
        </xsd:restriction>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SEinventorynumber" ma:index="37" nillable="true" ma:displayName="SE inventory number" ma:format="Dropdown" ma:internalName="SEinventorynumber">
      <xsd:simpleType>
        <xsd:restriction base="dms:Text">
          <xsd:maxLength value="255"/>
        </xsd:restriction>
      </xsd:simpleType>
    </xsd:element>
    <xsd:element name="Toolnumber_x0028_Y1_x002c_A1_x002c_B2_x2026__x0029_" ma:index="38" nillable="true" ma:displayName="Tool number (Y1, A1, B2…)" ma:format="Dropdown" ma:internalName="Toolnumber_x0028_Y1_x002c_A1_x002c_B2_x2026__x0029_">
      <xsd:simpleType>
        <xsd:restriction base="dms:Text">
          <xsd:maxLength value="255"/>
        </xsd:restriction>
      </xsd:simpleType>
    </xsd:element>
    <xsd:element name="Sitename" ma:index="39" nillable="true" ma:displayName="Site name" ma:format="Dropdown" ma:internalName="Sitename">
      <xsd:simpleType>
        <xsd:restriction base="dms:Text">
          <xsd:maxLength value="255"/>
        </xsd:restriction>
      </xsd:simpleType>
    </xsd:element>
    <xsd:element name="ProjectStatus" ma:index="40" nillable="true" ma:displayName="Project Status" ma:format="Dropdown" ma:internalName="ProjectStatus">
      <xsd:simpleType>
        <xsd:restriction base="dms:Text">
          <xsd:maxLength value="255"/>
        </xsd:restriction>
      </xsd:simpleType>
    </xsd:element>
    <xsd:element name="PRIORITY" ma:index="41" nillable="true" ma:displayName="PRIORITY" ma:format="Dropdown" ma:internalName="PRIORITY">
      <xsd:simpleType>
        <xsd:restriction base="dms:Text">
          <xsd:maxLength value="255"/>
        </xsd:restriction>
      </xsd:simpleType>
    </xsd:element>
    <xsd:element name="Creationdate" ma:index="42" nillable="true" ma:displayName="Creation date" ma:format="Dropdown" ma:internalName="Creationdate">
      <xsd:simpleType>
        <xsd:restriction base="dms:Text">
          <xsd:maxLength value="255"/>
        </xsd:restriction>
      </xsd:simpleType>
    </xsd:element>
    <xsd:element name="Offercreationdate" ma:index="43" nillable="true" ma:displayName="Offer creation date" ma:format="Dropdown" ma:internalName="Offercreationdate">
      <xsd:simpleType>
        <xsd:restriction base="dms:Text">
          <xsd:maxLength value="255"/>
        </xsd:restriction>
      </xsd:simpleType>
    </xsd:element>
    <xsd:element name="_x0031__x002e_Price" ma:index="44" nillable="true" ma:displayName="1. Price" ma:decimals="2" ma:format="Dropdown" ma:internalName="_x0031__x002e_Price" ma:percentage="FALSE">
      <xsd:simpleType>
        <xsd:restriction base="dms:Number"/>
      </xsd:simpleType>
    </xsd:element>
    <xsd:element name="_x0032__x002e_Price" ma:index="45" nillable="true" ma:displayName="2. Price" ma:decimals="2" ma:format="Dropdown" ma:internalName="_x0032__x002e_Price" ma:percentage="FALSE">
      <xsd:simpleType>
        <xsd:restriction base="dms:Number"/>
      </xsd:simpleType>
    </xsd:element>
    <xsd:element name="_x0033__x002e_Price" ma:index="46" nillable="true" ma:displayName="3. Price" ma:decimals="2" ma:format="Dropdown" ma:internalName="_x0033__x002e_Price" ma:percentage="FALSE">
      <xsd:simpleType>
        <xsd:restriction base="dms:Number"/>
      </xsd:simpleType>
    </xsd:element>
    <xsd:element name="_x0034__x002e_Price" ma:index="47" nillable="true" ma:displayName="4. Price" ma:decimals="2" ma:format="Dropdown" ma:internalName="_x0034__x002e_Price" ma:percentage="FALSE">
      <xsd:simpleType>
        <xsd:restriction base="dms:Number"/>
      </xsd:simpleType>
    </xsd:element>
    <xsd:element name="_x0035__x002e_Price" ma:index="48" nillable="true" ma:displayName="5. Price" ma:decimals="2" ma:format="Dropdown" ma:internalName="_x0035__x002e_Price" ma:percentage="FALSE">
      <xsd:simpleType>
        <xsd:restriction base="dms:Number"/>
      </xsd:simpleType>
    </xsd:element>
    <xsd:element name="_x0036__x002e_Price" ma:index="49" nillable="true" ma:displayName="6. Price" ma:decimals="2" ma:format="Dropdown" ma:internalName="_x0036__x002e_Price" ma:percentage="FALSE">
      <xsd:simpleType>
        <xsd:restriction base="dms:Number"/>
      </xsd:simpleType>
    </xsd:element>
    <xsd:element name="_x0037__x002e_Price" ma:index="50" nillable="true" ma:displayName="7. Price" ma:decimals="2" ma:format="Dropdown" ma:internalName="_x0037__x002e_Price" ma:percentage="FALSE">
      <xsd:simpleType>
        <xsd:restriction base="dms:Number"/>
      </xsd:simpleType>
    </xsd:element>
    <xsd:element name="_x0038__x002e_Price" ma:index="51" nillable="true" ma:displayName="8. Price" ma:decimals="2" ma:format="Dropdown" ma:internalName="_x0038__x002e_Price" ma:percentage="FALSE">
      <xsd:simpleType>
        <xsd:restriction base="dms:Number"/>
      </xsd:simpleType>
    </xsd:element>
    <xsd:element name="_x0039__x002e_Price" ma:index="52" nillable="true" ma:displayName="9. Price" ma:decimals="2" ma:format="Dropdown" ma:internalName="_x0039__x002e_Price" ma:percentage="FALSE">
      <xsd:simpleType>
        <xsd:restriction base="dms:Number"/>
      </xsd:simpleType>
    </xsd:element>
    <xsd:element name="_x0031_0_x002e_Price" ma:index="53" nillable="true" ma:displayName="10. Price" ma:decimals="2" ma:format="Dropdown" ma:internalName="_x0031_0_x002e_Price" ma:percentage="FALSE">
      <xsd:simpleType>
        <xsd:restriction base="dms:Number"/>
      </xsd:simpleType>
    </xsd:element>
    <xsd:element name="_x0031__x002e_Quantity" ma:index="54" nillable="true" ma:displayName="1. Quantity" ma:decimals="0" ma:format="Dropdown" ma:internalName="_x0031__x002e_Quantity" ma:percentage="FALSE">
      <xsd:simpleType>
        <xsd:restriction base="dms:Number"/>
      </xsd:simpleType>
    </xsd:element>
    <xsd:element name="_x0032__x002e_Quantity" ma:index="55" nillable="true" ma:displayName="2. Quantity" ma:decimals="0" ma:format="Dropdown" ma:internalName="_x0032__x002e_Quantity" ma:percentage="FALSE">
      <xsd:simpleType>
        <xsd:restriction base="dms:Number"/>
      </xsd:simpleType>
    </xsd:element>
    <xsd:element name="_x0033__x002e_Quantity" ma:index="56" nillable="true" ma:displayName="3. Quantity" ma:decimals="0" ma:format="Dropdown" ma:internalName="_x0033__x002e_Quantity" ma:percentage="FALSE">
      <xsd:simpleType>
        <xsd:restriction base="dms:Number"/>
      </xsd:simpleType>
    </xsd:element>
    <xsd:element name="_x0034__x002e_Quantity" ma:index="57" nillable="true" ma:displayName="4. Quantity" ma:decimals="0" ma:format="Dropdown" ma:internalName="_x0034__x002e_Quantity" ma:percentage="FALSE">
      <xsd:simpleType>
        <xsd:restriction base="dms:Number"/>
      </xsd:simpleType>
    </xsd:element>
    <xsd:element name="_x0035__x002e_Quantity" ma:index="58" nillable="true" ma:displayName="5. Quantity" ma:decimals="0" ma:format="Dropdown" ma:internalName="_x0035__x002e_Quantity" ma:percentage="FALSE">
      <xsd:simpleType>
        <xsd:restriction base="dms:Number"/>
      </xsd:simpleType>
    </xsd:element>
    <xsd:element name="_x0036__x002e_Quantity" ma:index="59" nillable="true" ma:displayName="6. Quantity" ma:decimals="0" ma:format="Dropdown" ma:internalName="_x0036__x002e_Quantity" ma:percentage="FALSE">
      <xsd:simpleType>
        <xsd:restriction base="dms:Number"/>
      </xsd:simpleType>
    </xsd:element>
    <xsd:element name="_x0037__x002e_Quantity" ma:index="60" nillable="true" ma:displayName="7. Quantity" ma:decimals="0" ma:format="Dropdown" ma:internalName="_x0037__x002e_Quantity" ma:percentage="FALSE">
      <xsd:simpleType>
        <xsd:restriction base="dms:Number"/>
      </xsd:simpleType>
    </xsd:element>
    <xsd:element name="_x0038__x002e_Quantity" ma:index="61" nillable="true" ma:displayName="8. Quantity" ma:decimals="0" ma:format="Dropdown" ma:internalName="_x0038__x002e_Quantity" ma:percentage="FALSE">
      <xsd:simpleType>
        <xsd:restriction base="dms:Number"/>
      </xsd:simpleType>
    </xsd:element>
    <xsd:element name="_x0039__x002e_Quantity" ma:index="62" nillable="true" ma:displayName="9. Quantity" ma:decimals="0" ma:format="Dropdown" ma:internalName="_x0039__x002e_Quantity" ma:percentage="FALSE">
      <xsd:simpleType>
        <xsd:restriction base="dms:Number"/>
      </xsd:simpleType>
    </xsd:element>
    <xsd:element name="_x0031_0_x002e_Quantity" ma:index="63" nillable="true" ma:displayName="10. Quantity" ma:decimals="0" ma:format="Dropdown" ma:internalName="_x0031_0_x002e_Quantity" ma:percentage="FALSE">
      <xsd:simpleType>
        <xsd:restriction base="dms:Number"/>
      </xsd:simpleType>
    </xsd:element>
    <xsd:element name="_x0031__x002e_Total" ma:index="64" nillable="true" ma:displayName="1. Total" ma:decimals="2" ma:format="Dropdown" ma:internalName="_x0031__x002e_Total" ma:percentage="FALSE">
      <xsd:simpleType>
        <xsd:restriction base="dms:Number"/>
      </xsd:simpleType>
    </xsd:element>
    <xsd:element name="_x0032__x002e_Total" ma:index="65" nillable="true" ma:displayName="2. Total" ma:decimals="2" ma:format="Dropdown" ma:internalName="_x0032__x002e_Total" ma:percentage="FALSE">
      <xsd:simpleType>
        <xsd:restriction base="dms:Number"/>
      </xsd:simpleType>
    </xsd:element>
    <xsd:element name="_x0033__x002e_Total" ma:index="66" nillable="true" ma:displayName="3. Total" ma:decimals="2" ma:format="Dropdown" ma:internalName="_x0033__x002e_Total" ma:percentage="FALSE">
      <xsd:simpleType>
        <xsd:restriction base="dms:Number"/>
      </xsd:simpleType>
    </xsd:element>
    <xsd:element name="_x0034__x002e_Total" ma:index="67" nillable="true" ma:displayName="4. Total" ma:decimals="2" ma:format="Dropdown" ma:internalName="_x0034__x002e_Total" ma:percentage="FALSE">
      <xsd:simpleType>
        <xsd:restriction base="dms:Number"/>
      </xsd:simpleType>
    </xsd:element>
    <xsd:element name="_x0035__x002e_Total" ma:index="68" nillable="true" ma:displayName="5. Total" ma:decimals="2" ma:format="Dropdown" ma:internalName="_x0035__x002e_Total" ma:percentage="FALSE">
      <xsd:simpleType>
        <xsd:restriction base="dms:Number"/>
      </xsd:simpleType>
    </xsd:element>
    <xsd:element name="_x0036__x002e_Total" ma:index="69" nillable="true" ma:displayName="6. Total" ma:decimals="2" ma:format="Dropdown" ma:internalName="_x0036__x002e_Total" ma:percentage="FALSE">
      <xsd:simpleType>
        <xsd:restriction base="dms:Number"/>
      </xsd:simpleType>
    </xsd:element>
    <xsd:element name="_x0037__x002e_Total" ma:index="70" nillable="true" ma:displayName="7. Total" ma:decimals="2" ma:format="Dropdown" ma:internalName="_x0037__x002e_Total" ma:percentage="FALSE">
      <xsd:simpleType>
        <xsd:restriction base="dms:Number"/>
      </xsd:simpleType>
    </xsd:element>
    <xsd:element name="_x0038__x002e_Total" ma:index="71" nillable="true" ma:displayName="8. Total" ma:decimals="2" ma:format="Dropdown" ma:internalName="_x0038__x002e_Total" ma:percentage="FALSE">
      <xsd:simpleType>
        <xsd:restriction base="dms:Number"/>
      </xsd:simpleType>
    </xsd:element>
    <xsd:element name="_x0039__x002e_Total" ma:index="72" nillable="true" ma:displayName="9. Total" ma:decimals="2" ma:format="Dropdown" ma:internalName="_x0039__x002e_Total" ma:percentage="FALSE">
      <xsd:simpleType>
        <xsd:restriction base="dms:Number"/>
      </xsd:simpleType>
    </xsd:element>
    <xsd:element name="_x0031_0_x002e_Total" ma:index="73" nillable="true" ma:displayName="10. Total" ma:decimals="2" ma:format="Dropdown" ma:internalName="_x0031_0_x002e_Total" ma:percentage="FALSE">
      <xsd:simpleType>
        <xsd:restriction base="dms:Number"/>
      </xsd:simpleType>
    </xsd:element>
    <xsd:element name="Projectmanagementcost" ma:index="74" nillable="true" ma:displayName="Project management cost" ma:decimals="2" ma:format="Dropdown" ma:internalName="Projectmanagementcost" ma:percentage="FALSE">
      <xsd:simpleType>
        <xsd:restriction base="dms:Number"/>
      </xsd:simpleType>
    </xsd:element>
    <xsd:element name="TotalCAPEXamount" ma:index="75" nillable="true" ma:displayName="Total CAPEX amount" ma:decimals="2" ma:format="Dropdown" ma:internalName="TotalCAPEXamount" ma:percentage="FALSE">
      <xsd:simpleType>
        <xsd:restriction base="dms:Number"/>
      </xsd:simpleType>
    </xsd:element>
    <xsd:element name="Totalcost" ma:index="76" nillable="true" ma:displayName="Total cost" ma:decimals="2" ma:format="Dropdown" ma:internalName="Totalcost" ma:percentage="FALSE">
      <xsd:simpleType>
        <xsd:restriction base="dms:Number"/>
      </xsd:simpleType>
    </xsd:element>
    <xsd:element name="_x0031__x002e_Description" ma:index="77" nillable="true" ma:displayName="1. Description" ma:format="Dropdown" ma:internalName="_x0031__x002e_Description">
      <xsd:simpleType>
        <xsd:restriction base="dms:Text">
          <xsd:maxLength value="255"/>
        </xsd:restriction>
      </xsd:simpleType>
    </xsd:element>
    <xsd:element name="_x0032__x002e_Description" ma:index="78" nillable="true" ma:displayName="2. Description" ma:format="Dropdown" ma:internalName="_x0032__x002e_Description">
      <xsd:simpleType>
        <xsd:restriction base="dms:Text">
          <xsd:maxLength value="255"/>
        </xsd:restriction>
      </xsd:simpleType>
    </xsd:element>
    <xsd:element name="_x0033__x002e_Description" ma:index="79" nillable="true" ma:displayName="3. Description" ma:format="Dropdown" ma:internalName="_x0033__x002e_Description">
      <xsd:simpleType>
        <xsd:restriction base="dms:Text">
          <xsd:maxLength value="255"/>
        </xsd:restriction>
      </xsd:simpleType>
    </xsd:element>
    <xsd:element name="_x0034__x002e_Description" ma:index="80" nillable="true" ma:displayName="4. Description" ma:format="Dropdown" ma:internalName="_x0034__x002e_Description">
      <xsd:simpleType>
        <xsd:restriction base="dms:Text">
          <xsd:maxLength value="255"/>
        </xsd:restriction>
      </xsd:simpleType>
    </xsd:element>
    <xsd:element name="_x0035__x002e_Description" ma:index="81" nillable="true" ma:displayName="5. Description" ma:format="Dropdown" ma:internalName="_x0035__x002e_Description">
      <xsd:simpleType>
        <xsd:restriction base="dms:Text">
          <xsd:maxLength value="255"/>
        </xsd:restriction>
      </xsd:simpleType>
    </xsd:element>
    <xsd:element name="_x0036__x002e_Description" ma:index="82" nillable="true" ma:displayName="6. Description" ma:format="Dropdown" ma:internalName="_x0036__x002e_Description">
      <xsd:simpleType>
        <xsd:restriction base="dms:Text">
          <xsd:maxLength value="255"/>
        </xsd:restriction>
      </xsd:simpleType>
    </xsd:element>
    <xsd:element name="_x0037__x002e_Description" ma:index="83" nillable="true" ma:displayName="7. Description" ma:format="Dropdown" ma:internalName="_x0037__x002e_Description">
      <xsd:simpleType>
        <xsd:restriction base="dms:Text">
          <xsd:maxLength value="255"/>
        </xsd:restriction>
      </xsd:simpleType>
    </xsd:element>
    <xsd:element name="_x0038__x002e_Description" ma:index="84" nillable="true" ma:displayName="8. Description" ma:format="Dropdown" ma:internalName="_x0038__x002e_Description">
      <xsd:simpleType>
        <xsd:restriction base="dms:Text">
          <xsd:maxLength value="255"/>
        </xsd:restriction>
      </xsd:simpleType>
    </xsd:element>
    <xsd:element name="_x0039__x002e_Description" ma:index="85" nillable="true" ma:displayName="9. Description" ma:format="Dropdown" ma:internalName="_x0039__x002e_Description">
      <xsd:simpleType>
        <xsd:restriction base="dms:Text">
          <xsd:maxLength value="255"/>
        </xsd:restriction>
      </xsd:simpleType>
    </xsd:element>
    <xsd:element name="_x0031_0_x002e_Description" ma:index="86" nillable="true" ma:displayName="10. Description" ma:format="Dropdown" ma:internalName="_x0031_0_x002e_Description">
      <xsd:simpleType>
        <xsd:restriction base="dms:Text">
          <xsd:maxLength value="255"/>
        </xsd:restriction>
      </xsd:simpleType>
    </xsd:element>
    <xsd:element name="_x0031_1_x002e_Description" ma:index="87" nillable="true" ma:displayName="11. Description" ma:format="Dropdown" ma:internalName="_x0031_1_x002e_Description">
      <xsd:simpleType>
        <xsd:restriction base="dms:Text">
          <xsd:maxLength value="255"/>
        </xsd:restriction>
      </xsd:simpleType>
    </xsd:element>
    <xsd:element name="_x0031_2_x002e_Description" ma:index="88" nillable="true" ma:displayName="12. Description" ma:format="Dropdown" ma:internalName="_x0031_2_x002e_Description">
      <xsd:simpleType>
        <xsd:restriction base="dms:Text">
          <xsd:maxLength value="255"/>
        </xsd:restriction>
      </xsd:simpleType>
    </xsd:element>
    <xsd:element name="_x0031_3_x002e_Description" ma:index="89" nillable="true" ma:displayName="13. Description" ma:format="Dropdown" ma:internalName="_x0031_3_x002e_Description">
      <xsd:simpleType>
        <xsd:restriction base="dms:Text">
          <xsd:maxLength value="255"/>
        </xsd:restriction>
      </xsd:simpleType>
    </xsd:element>
    <xsd:element name="_x0031_4_x002e_Description" ma:index="90" nillable="true" ma:displayName="14. Description" ma:format="Dropdown" ma:internalName="_x0031_4_x002e_Description">
      <xsd:simpleType>
        <xsd:restriction base="dms:Text">
          <xsd:maxLength value="255"/>
        </xsd:restriction>
      </xsd:simpleType>
    </xsd:element>
    <xsd:element name="_x0031_5_x002e_Description" ma:index="91" nillable="true" ma:displayName="15. Description" ma:format="Dropdown" ma:internalName="_x0031_5_x002e_Description">
      <xsd:simpleType>
        <xsd:restriction base="dms:Text">
          <xsd:maxLength value="255"/>
        </xsd:restriction>
      </xsd:simpleType>
    </xsd:element>
    <xsd:element name="_x0031_1_x002e_Price" ma:index="92" nillable="true" ma:displayName="11. Price" ma:decimals="2" ma:format="Dropdown" ma:internalName="_x0031_1_x002e_Price" ma:percentage="FALSE">
      <xsd:simpleType>
        <xsd:restriction base="dms:Number"/>
      </xsd:simpleType>
    </xsd:element>
    <xsd:element name="_x0031_2_x002e_Price" ma:index="93" nillable="true" ma:displayName="12. Price" ma:decimals="2" ma:format="Dropdown" ma:internalName="_x0031_2_x002e_Price" ma:percentage="FALSE">
      <xsd:simpleType>
        <xsd:restriction base="dms:Number"/>
      </xsd:simpleType>
    </xsd:element>
    <xsd:element name="_x0031_3_x002e_Price" ma:index="94" nillable="true" ma:displayName="13. Price" ma:decimals="2" ma:format="Dropdown" ma:internalName="_x0031_3_x002e_Price" ma:percentage="FALSE">
      <xsd:simpleType>
        <xsd:restriction base="dms:Number"/>
      </xsd:simpleType>
    </xsd:element>
    <xsd:element name="_x0031_4_x002e_Price" ma:index="95" nillable="true" ma:displayName="14. Price" ma:decimals="2" ma:format="Dropdown" ma:internalName="_x0031_4_x002e_Price" ma:percentage="FALSE">
      <xsd:simpleType>
        <xsd:restriction base="dms:Number"/>
      </xsd:simpleType>
    </xsd:element>
    <xsd:element name="_x0031_5_x002e_Price" ma:index="96" nillable="true" ma:displayName="15. Price" ma:decimals="2" ma:format="Dropdown" ma:internalName="_x0031_5_x002e_Price" ma:percentage="FALSE">
      <xsd:simpleType>
        <xsd:restriction base="dms:Number"/>
      </xsd:simpleType>
    </xsd:element>
    <xsd:element name="_x0031_1_x002e_Quantity" ma:index="97" nillable="true" ma:displayName="11. Quantity" ma:decimals="0" ma:format="Dropdown" ma:internalName="_x0031_1_x002e_Quantity" ma:percentage="FALSE">
      <xsd:simpleType>
        <xsd:restriction base="dms:Number"/>
      </xsd:simpleType>
    </xsd:element>
    <xsd:element name="_x0031_2_x002e_Quantity" ma:index="98" nillable="true" ma:displayName="12. Quantity" ma:decimals="0" ma:format="Dropdown" ma:internalName="_x0031_2_x002e_Quantity" ma:percentage="FALSE">
      <xsd:simpleType>
        <xsd:restriction base="dms:Number"/>
      </xsd:simpleType>
    </xsd:element>
    <xsd:element name="_x0031_3_x002e_Quantity" ma:index="99" nillable="true" ma:displayName="13. Quantity" ma:decimals="0" ma:format="Dropdown" ma:internalName="_x0031_3_x002e_Quantity" ma:percentage="FALSE">
      <xsd:simpleType>
        <xsd:restriction base="dms:Number"/>
      </xsd:simpleType>
    </xsd:element>
    <xsd:element name="_x0031_4_x002e_Quantity" ma:index="100" nillable="true" ma:displayName="14. Quantity" ma:decimals="0" ma:format="Dropdown" ma:internalName="_x0031_4_x002e_Quantity" ma:percentage="FALSE">
      <xsd:simpleType>
        <xsd:restriction base="dms:Number"/>
      </xsd:simpleType>
    </xsd:element>
    <xsd:element name="_x0031_5_x002e_Quantity" ma:index="101" nillable="true" ma:displayName="15. Quantity" ma:decimals="0" ma:format="Dropdown" ma:internalName="_x0031_5_x002e_Quantity" ma:percentage="FALSE">
      <xsd:simpleType>
        <xsd:restriction base="dms:Number"/>
      </xsd:simpleType>
    </xsd:element>
    <xsd:element name="_x0031_1_x002e_Total" ma:index="102" nillable="true" ma:displayName="11. Total" ma:decimals="2" ma:format="Dropdown" ma:internalName="_x0031_1_x002e_Total" ma:percentage="FALSE">
      <xsd:simpleType>
        <xsd:restriction base="dms:Number"/>
      </xsd:simpleType>
    </xsd:element>
    <xsd:element name="_x0031_2_x002e_Total" ma:index="103" nillable="true" ma:displayName="12. Total" ma:decimals="2" ma:format="Dropdown" ma:internalName="_x0031_2_x002e_Total" ma:percentage="FALSE">
      <xsd:simpleType>
        <xsd:restriction base="dms:Number"/>
      </xsd:simpleType>
    </xsd:element>
    <xsd:element name="_x0031_3_x002e_Total" ma:index="104" nillable="true" ma:displayName="13. Total" ma:decimals="2" ma:format="Dropdown" ma:internalName="_x0031_3_x002e_Total" ma:percentage="FALSE">
      <xsd:simpleType>
        <xsd:restriction base="dms:Number"/>
      </xsd:simpleType>
    </xsd:element>
    <xsd:element name="_x0031_4_x002e_Total" ma:index="105" nillable="true" ma:displayName="14. Total" ma:decimals="2" ma:format="Dropdown" ma:internalName="_x0031_4_x002e_Total" ma:percentage="FALSE">
      <xsd:simpleType>
        <xsd:restriction base="dms:Number"/>
      </xsd:simpleType>
    </xsd:element>
    <xsd:element name="_x0031_5_x002e_Total" ma:index="106" nillable="true" ma:displayName="15. Total" ma:decimals="2" ma:format="Dropdown" ma:internalName="_x0031_5_x002e_Total" ma:percentage="FALSE">
      <xsd:simpleType>
        <xsd:restriction base="dms:Number"/>
      </xsd:simpleType>
    </xsd:element>
    <xsd:element name="Machiningleadtime" ma:index="107" nillable="true" ma:displayName="Machining lead time" ma:format="Dropdown" ma:internalName="Machiningleadtime">
      <xsd:simpleType>
        <xsd:restriction base="dms:Text">
          <xsd:maxLength value="255"/>
        </xsd:restriction>
      </xsd:simpleType>
    </xsd:element>
    <xsd:element name="Approvaldate" ma:index="108" nillable="true" ma:displayName="Approval date" ma:format="Dropdown" ma:internalName="Approvaldate">
      <xsd:simpleType>
        <xsd:restriction base="dms:Text">
          <xsd:maxLength value="255"/>
        </xsd:restriction>
      </xsd:simpleType>
    </xsd:element>
    <xsd:element name="LeadtimeforPO_x002f_BCIapprovalandsending" ma:index="109" nillable="true" ma:displayName="Lead time for PO/BCI approval and sending" ma:format="Dropdown" ma:internalName="LeadtimeforPO_x002f_BCIapprovalandsending">
      <xsd:simpleType>
        <xsd:restriction base="dms:Text">
          <xsd:maxLength value="255"/>
        </xsd:restriction>
      </xsd:simpleType>
    </xsd:element>
    <xsd:element name="Leadtimeforqualification" ma:index="110" nillable="true" ma:displayName="Lead time for qualification" ma:format="Dropdown" ma:internalName="Leadtimeforqualification">
      <xsd:simpleType>
        <xsd:restriction base="dms:Text">
          <xsd:maxLength value="255"/>
        </xsd:restriction>
      </xsd:simpleType>
    </xsd:element>
    <xsd:element name="Finishoftheproject" ma:index="111" nillable="true" ma:displayName="Finish of the project" ma:format="Dropdown" ma:internalName="Finishoftheproject">
      <xsd:simpleType>
        <xsd:restriction base="dms:Text">
          <xsd:maxLength value="255"/>
        </xsd:restriction>
      </xsd:simpleType>
    </xsd:element>
    <xsd:element name="Finishoftheproject_x0028_official_x0029_" ma:index="112" nillable="true" ma:displayName="Finish of the project (official)" ma:format="Dropdown" ma:internalName="Finishoftheproject_x0028_official_x0029_">
      <xsd:simpleType>
        <xsd:restriction base="dms:Text">
          <xsd:maxLength value="255"/>
        </xsd:restriction>
      </xsd:simpleType>
    </xsd:element>
    <xsd:element name="MachinigAndQualificationTime" ma:index="113" nillable="true" ma:displayName="Machinig And Qualification Time" ma:format="Dropdown" ma:internalName="MachinigAndQualificationTime">
      <xsd:simpleType>
        <xsd:restriction base="dms:Text">
          <xsd:maxLength value="255"/>
        </xsd:restriction>
      </xsd:simpleType>
    </xsd:element>
    <xsd:element name="Machiningstagedone" ma:index="114" nillable="true" ma:displayName="Machining stage done" ma:format="Dropdown" ma:internalName="Machiningstagedone">
      <xsd:simpleType>
        <xsd:restriction base="dms:Text">
          <xsd:maxLength value="255"/>
        </xsd:restriction>
      </xsd:simpleType>
    </xsd:element>
    <xsd:element name="POSentDateestimated" ma:index="115" nillable="true" ma:displayName="PO Sent Date estimated" ma:format="Dropdown" ma:internalName="POSentDateestimated">
      <xsd:simpleType>
        <xsd:restriction base="dms:Text">
          <xsd:maxLength value="255"/>
        </xsd:restriction>
      </xsd:simpleType>
    </xsd:element>
    <xsd:element name="POsentdate" ma:index="116" nillable="true" ma:displayName="PO sent date" ma:format="Dropdown" ma:internalName="POsentdate">
      <xsd:simpleType>
        <xsd:restriction base="dms:Text">
          <xsd:maxLength value="255"/>
        </xsd:restriction>
      </xsd:simpleType>
    </xsd:element>
    <xsd:element name="Finishofmachiningstageandstartqualificationofficial" ma:index="117" nillable="true" ma:displayName="Finish of machining stage and start qualification official" ma:format="Dropdown" ma:internalName="Finishofmachiningstageandstartqualificationofficial">
      <xsd:simpleType>
        <xsd:restriction base="dms:Text">
          <xsd:maxLength value="255"/>
        </xsd:restriction>
      </xsd:simpleType>
    </xsd:element>
    <xsd:element name="MediaServiceSearchProperties" ma:index="1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c4bee1c-738c-4b27-9964-cead3ca5d542" elementFormDefault="qualified">
    <xsd:import namespace="http://schemas.microsoft.com/office/2006/documentManagement/types"/>
    <xsd:import namespace="http://schemas.microsoft.com/office/infopath/2007/PartnerControls"/>
    <xsd:element name="SharedWithUsers" ma:index="10" nillable="true" ma:displayName="Споделено 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поделени с подробности" ma:internalName="SharedWithDetails" ma:readOnly="true">
      <xsd:simpleType>
        <xsd:restriction base="dms:Note">
          <xsd:maxLength value="255"/>
        </xsd:restriction>
      </xsd:simpleType>
    </xsd:element>
    <xsd:element name="TaxCatchAll" ma:index="23" nillable="true" ma:displayName="Taxonomy Catch All Column" ma:hidden="true" ma:list="{eabd7848-357d-496b-9317-aa9bab35b8ad}" ma:internalName="TaxCatchAll" ma:showField="CatchAllData" ma:web="dc4bee1c-738c-4b27-9964-cead3ca5d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0032__x002e_Price xmlns="07ef907c-7023-4580-9165-362d7317d7ef" xsi:nil="true"/>
    <_x0037__x002e_Price xmlns="07ef907c-7023-4580-9165-362d7317d7ef" xsi:nil="true"/>
    <_x0038__x002e_Price xmlns="07ef907c-7023-4580-9165-362d7317d7ef" xsi:nil="true"/>
    <_x0033__x002e_Quantity xmlns="07ef907c-7023-4580-9165-362d7317d7ef" xsi:nil="true"/>
    <_x0034__x002e_Quantity xmlns="07ef907c-7023-4580-9165-362d7317d7ef" xsi:nil="true"/>
    <_x0039__x002e_Quantity xmlns="07ef907c-7023-4580-9165-362d7317d7ef" xsi:nil="true"/>
    <_x0032__x002e_Total xmlns="07ef907c-7023-4580-9165-362d7317d7ef" xsi:nil="true"/>
    <_x0037__x002e_Total xmlns="07ef907c-7023-4580-9165-362d7317d7ef" xsi:nil="true"/>
    <_x0038__x002e_Total xmlns="07ef907c-7023-4580-9165-362d7317d7ef" xsi:nil="true"/>
    <_x0031_4_x002e_Quantity xmlns="07ef907c-7023-4580-9165-362d7317d7ef" xsi:nil="true"/>
    <_ip_UnifiedCompliancePolicyUIAction xmlns="http://schemas.microsoft.com/sharepoint/v3" xsi:nil="true"/>
    <TaxCatchAll xmlns="dc4bee1c-738c-4b27-9964-cead3ca5d542" xsi:nil="true"/>
    <lcf76f155ced4ddcb4097134ff3c332f xmlns="07ef907c-7023-4580-9165-362d7317d7ef">
      <Terms xmlns="http://schemas.microsoft.com/office/infopath/2007/PartnerControls"/>
    </lcf76f155ced4ddcb4097134ff3c332f>
    <_x0031_3_x002e_Total xmlns="07ef907c-7023-4580-9165-362d7317d7ef" xsi:nil="true"/>
    <_x0036__x002e_Description xmlns="07ef907c-7023-4580-9165-362d7317d7ef" xsi:nil="true"/>
    <_x0031_2_x002e_Price xmlns="07ef907c-7023-4580-9165-362d7317d7ef" xsi:nil="true"/>
    <_x0031_5_x002e_Price xmlns="07ef907c-7023-4580-9165-362d7317d7ef" xsi:nil="true"/>
    <Creationdate xmlns="07ef907c-7023-4580-9165-362d7317d7ef" xsi:nil="true"/>
    <_x0031_2_x002e_Description xmlns="07ef907c-7023-4580-9165-362d7317d7ef" xsi:nil="true"/>
    <Finishofmachiningstageandstartqualificationofficial xmlns="07ef907c-7023-4580-9165-362d7317d7ef" xsi:nil="true"/>
    <Inventory_number_Gormar xmlns="07ef907c-7023-4580-9165-362d7317d7ef" xsi:nil="true"/>
    <Documentsfolder xmlns="07ef907c-7023-4580-9165-362d7317d7ef" xsi:nil="true"/>
    <_x0033__x002e_Price xmlns="07ef907c-7023-4580-9165-362d7317d7ef" xsi:nil="true"/>
    <_x0039__x002e_Price xmlns="07ef907c-7023-4580-9165-362d7317d7ef" xsi:nil="true"/>
    <_x0035__x002e_Quantity xmlns="07ef907c-7023-4580-9165-362d7317d7ef" xsi:nil="true"/>
    <_x0031__x002e_Total xmlns="07ef907c-7023-4580-9165-362d7317d7ef" xsi:nil="true"/>
    <_x0036__x002e_Total xmlns="07ef907c-7023-4580-9165-362d7317d7ef" xsi:nil="true"/>
    <_x0031_3_x002e_Quantity xmlns="07ef907c-7023-4580-9165-362d7317d7ef" xsi:nil="true"/>
    <_x0031_2_x002e_Total xmlns="07ef907c-7023-4580-9165-362d7317d7ef" xsi:nil="true"/>
    <_x0031_5_x002e_Total xmlns="07ef907c-7023-4580-9165-362d7317d7ef" xsi:nil="true"/>
    <Leadtimeforqualification xmlns="07ef907c-7023-4580-9165-362d7317d7ef" xsi:nil="true"/>
    <Finishoftheproject_x0028_official_x0029_ xmlns="07ef907c-7023-4580-9165-362d7317d7ef" xsi:nil="true"/>
    <Nameofthepart xmlns="07ef907c-7023-4580-9165-362d7317d7ef" xsi:nil="true"/>
    <Sitename xmlns="07ef907c-7023-4580-9165-362d7317d7ef" xsi:nil="true"/>
    <_x0031__x002e_Description xmlns="07ef907c-7023-4580-9165-362d7317d7ef" xsi:nil="true"/>
    <_x0031_1_x002e_Price xmlns="07ef907c-7023-4580-9165-362d7317d7ef" xsi:nil="true"/>
    <_x0031_4_x002e_Price xmlns="07ef907c-7023-4580-9165-362d7317d7ef" xsi:nil="true"/>
    <Machiningleadtime xmlns="07ef907c-7023-4580-9165-362d7317d7ef" xsi:nil="true"/>
    <SEinventorynumber xmlns="07ef907c-7023-4580-9165-362d7317d7ef" xsi:nil="true"/>
    <ProjectStatus xmlns="07ef907c-7023-4580-9165-362d7317d7ef" xsi:nil="true"/>
    <Project_ xmlns="07ef907c-7023-4580-9165-362d7317d7ef" xsi:nil="true"/>
    <Typeofservice xmlns="07ef907c-7023-4580-9165-362d7317d7ef" xsi:nil="true"/>
    <_x0034__x002e_Price xmlns="07ef907c-7023-4580-9165-362d7317d7ef" xsi:nil="true"/>
    <_x0031__x002e_Quantity xmlns="07ef907c-7023-4580-9165-362d7317d7ef" xsi:nil="true"/>
    <_x0035__x002e_Total xmlns="07ef907c-7023-4580-9165-362d7317d7ef" xsi:nil="true"/>
    <_x0031_2_x002e_Quantity xmlns="07ef907c-7023-4580-9165-362d7317d7ef" xsi:nil="true"/>
    <Finishoftheproject xmlns="07ef907c-7023-4580-9165-362d7317d7ef" xsi:nil="true"/>
    <Descriptionoftheissue xmlns="07ef907c-7023-4580-9165-362d7317d7ef" xsi:nil="true"/>
    <_x0031_1_x002e_Total xmlns="07ef907c-7023-4580-9165-362d7317d7ef" xsi:nil="true"/>
    <_x0031_4_x002e_Total xmlns="07ef907c-7023-4580-9165-362d7317d7ef" xsi:nil="true"/>
    <Approvaldate xmlns="07ef907c-7023-4580-9165-362d7317d7ef" xsi:nil="true"/>
    <_ip_UnifiedCompliancePolicyProperties xmlns="http://schemas.microsoft.com/sharepoint/v3" xsi:nil="true"/>
    <_x0031_0_x002e_Price xmlns="07ef907c-7023-4580-9165-362d7317d7ef" xsi:nil="true"/>
    <_x0035__x002e_Description xmlns="07ef907c-7023-4580-9165-362d7317d7ef" xsi:nil="true"/>
    <Partimpacted xmlns="07ef907c-7023-4580-9165-362d7317d7ef" xsi:nil="true"/>
    <Projectmanagementcost xmlns="07ef907c-7023-4580-9165-362d7317d7ef" xsi:nil="true"/>
    <_x0031_1_x002e_Description xmlns="07ef907c-7023-4580-9165-362d7317d7ef" xsi:nil="true"/>
    <MachinigAndQualificationTime xmlns="07ef907c-7023-4580-9165-362d7317d7ef" xsi:nil="true"/>
    <POsentdate xmlns="07ef907c-7023-4580-9165-362d7317d7ef" xsi:nil="true"/>
    <_x0035__x002e_Price xmlns="07ef907c-7023-4580-9165-362d7317d7ef" xsi:nil="true"/>
    <_x0036__x002e_Quantity xmlns="07ef907c-7023-4580-9165-362d7317d7ef" xsi:nil="true"/>
    <_x0034__x002e_Total xmlns="07ef907c-7023-4580-9165-362d7317d7ef" xsi:nil="true"/>
    <_x0031_1_x002e_Quantity xmlns="07ef907c-7023-4580-9165-362d7317d7ef" xsi:nil="true"/>
    <PRIORITY xmlns="07ef907c-7023-4580-9165-362d7317d7ef" xsi:nil="true"/>
    <Offercreationdate xmlns="07ef907c-7023-4580-9165-362d7317d7ef" xsi:nil="true"/>
    <_x0031_0_x002e_Total xmlns="07ef907c-7023-4580-9165-362d7317d7ef" xsi:nil="true"/>
    <LeadtimeforPO_x002f_BCIapprovalandsending xmlns="07ef907c-7023-4580-9165-362d7317d7ef" xsi:nil="true"/>
    <Toolnumber_x0028_Y1_x002c_A1_x002c_B2_x2026__x0029_ xmlns="07ef907c-7023-4580-9165-362d7317d7ef" xsi:nil="true"/>
    <_x0033__x002e_Description xmlns="07ef907c-7023-4580-9165-362d7317d7ef" xsi:nil="true"/>
    <_x0034__x002e_Description xmlns="07ef907c-7023-4580-9165-362d7317d7ef" xsi:nil="true"/>
    <_x0039__x002e_Description xmlns="07ef907c-7023-4580-9165-362d7317d7ef" xsi:nil="true"/>
    <Machiningstagedone xmlns="07ef907c-7023-4580-9165-362d7317d7ef" xsi:nil="true"/>
    <_x0031_0_x002e_Description xmlns="07ef907c-7023-4580-9165-362d7317d7ef" xsi:nil="true"/>
    <_x0031_5_x002e_Description xmlns="07ef907c-7023-4580-9165-362d7317d7ef" xsi:nil="true"/>
    <_x0031__x002e_Price xmlns="07ef907c-7023-4580-9165-362d7317d7ef" xsi:nil="true"/>
    <_x0036__x002e_Price xmlns="07ef907c-7023-4580-9165-362d7317d7ef" xsi:nil="true"/>
    <_x0032__x002e_Quantity xmlns="07ef907c-7023-4580-9165-362d7317d7ef" xsi:nil="true"/>
    <_x0037__x002e_Quantity xmlns="07ef907c-7023-4580-9165-362d7317d7ef" xsi:nil="true"/>
    <_x0038__x002e_Quantity xmlns="07ef907c-7023-4580-9165-362d7317d7ef" xsi:nil="true"/>
    <_x0031_0_x002e_Quantity xmlns="07ef907c-7023-4580-9165-362d7317d7ef" xsi:nil="true"/>
    <_x0033__x002e_Total xmlns="07ef907c-7023-4580-9165-362d7317d7ef" xsi:nil="true"/>
    <_x0039__x002e_Total xmlns="07ef907c-7023-4580-9165-362d7317d7ef" xsi:nil="true"/>
    <_x0031_5_x002e_Quantity xmlns="07ef907c-7023-4580-9165-362d7317d7ef" xsi:nil="true"/>
    <Plantowner xmlns="07ef907c-7023-4580-9165-362d7317d7ef" xsi:nil="true"/>
    <Totalcost xmlns="07ef907c-7023-4580-9165-362d7317d7ef" xsi:nil="true"/>
    <Ref_ xmlns="07ef907c-7023-4580-9165-362d7317d7ef" xsi:nil="true"/>
    <GeneralToolCondition xmlns="07ef907c-7023-4580-9165-362d7317d7ef" xsi:nil="true"/>
    <TotalCAPEXamount xmlns="07ef907c-7023-4580-9165-362d7317d7ef" xsi:nil="true"/>
    <_x0032__x002e_Description xmlns="07ef907c-7023-4580-9165-362d7317d7ef" xsi:nil="true"/>
    <_x0037__x002e_Description xmlns="07ef907c-7023-4580-9165-362d7317d7ef" xsi:nil="true"/>
    <_x0038__x002e_Description xmlns="07ef907c-7023-4580-9165-362d7317d7ef" xsi:nil="true"/>
    <_x0031_3_x002e_Price xmlns="07ef907c-7023-4580-9165-362d7317d7ef" xsi:nil="true"/>
    <_x0031_3_x002e_Description xmlns="07ef907c-7023-4580-9165-362d7317d7ef" xsi:nil="true"/>
    <_x0031_4_x002e_Description xmlns="07ef907c-7023-4580-9165-362d7317d7ef" xsi:nil="true"/>
    <POSentDateestimated xmlns="07ef907c-7023-4580-9165-362d7317d7ef" xsi:nil="true"/>
  </documentManagement>
</p:properties>
</file>

<file path=customXml/itemProps1.xml><?xml version="1.0" encoding="utf-8"?>
<ds:datastoreItem xmlns:ds="http://schemas.openxmlformats.org/officeDocument/2006/customXml" ds:itemID="{0A8BD4D9-A5CC-47F4-85F8-E1A4A55EC1EE}"/>
</file>

<file path=customXml/itemProps2.xml><?xml version="1.0" encoding="utf-8"?>
<ds:datastoreItem xmlns:ds="http://schemas.openxmlformats.org/officeDocument/2006/customXml" ds:itemID="{C521B041-7159-4B84-9FA7-89BFF89B60D1}">
  <ds:schemaRefs>
    <ds:schemaRef ds:uri="http://schemas.microsoft.com/sharepoint/v3/contenttype/forms"/>
  </ds:schemaRefs>
</ds:datastoreItem>
</file>

<file path=customXml/itemProps3.xml><?xml version="1.0" encoding="utf-8"?>
<ds:datastoreItem xmlns:ds="http://schemas.openxmlformats.org/officeDocument/2006/customXml" ds:itemID="{BE5D4302-FA51-4186-8AD2-13E2AAA8330C}">
  <ds:schemaRefs>
    <ds:schemaRef ds:uri="http://schemas.microsoft.com/office/2006/metadata/properties"/>
    <ds:schemaRef ds:uri="http://schemas.microsoft.com/office/infopath/2007/PartnerControls"/>
    <ds:schemaRef ds:uri="07ef907c-7023-4580-9165-362d7317d7ef"/>
    <ds:schemaRef ds:uri="http://schemas.microsoft.com/sharepoint/v3"/>
    <ds:schemaRef ds:uri="dc4bee1c-738c-4b27-9964-cead3ca5d542"/>
  </ds:schemaRefs>
</ds:datastoreItem>
</file>

<file path=docMetadata/LabelInfo.xml><?xml version="1.0" encoding="utf-8"?>
<clbl:labelList xmlns:clbl="http://schemas.microsoft.com/office/2020/mipLabelMetadata">
  <clbl:label id="{57443d00-af18-408c-9335-47b5de3ec9b9}"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otalTime>128</TotalTime>
  <Words>191</Words>
  <Application>Microsoft Office PowerPoint</Application>
  <PresentationFormat>Widescreen</PresentationFormat>
  <Paragraphs>49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72 Condensed</vt:lpstr>
      <vt:lpstr>Arial</vt:lpstr>
      <vt:lpstr>Calibri</vt:lpstr>
      <vt:lpstr>Lucida Grande</vt:lpstr>
      <vt:lpstr>Wingdings</vt:lpstr>
      <vt:lpstr>11_SE15_LIO_TextOnly V3</vt:lpstr>
      <vt:lpstr>Injection molds maintenance Project 742_051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shop in progress   Part of MS Workshop in Plovdiv</dc:title>
  <dc:creator>LAURENT BATAL</dc:creator>
  <cp:lastModifiedBy>Atanas Kolev</cp:lastModifiedBy>
  <cp:revision>2</cp:revision>
  <dcterms:created xsi:type="dcterms:W3CDTF">2024-07-03T12:22:36Z</dcterms:created>
  <dcterms:modified xsi:type="dcterms:W3CDTF">2025-09-09T10:27:44Z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7443d00-af18-408c-9335-47b5de3ec9b9_Enabled">
    <vt:lpwstr>true</vt:lpwstr>
  </property>
  <property fmtid="{D5CDD505-2E9C-101B-9397-08002B2CF9AE}" pid="3" name="MSIP_Label_57443d00-af18-408c-9335-47b5de3ec9b9_SetDate">
    <vt:lpwstr>2024-07-03T12:23:16Z</vt:lpwstr>
  </property>
  <property fmtid="{D5CDD505-2E9C-101B-9397-08002B2CF9AE}" pid="4" name="MSIP_Label_57443d00-af18-408c-9335-47b5de3ec9b9_Method">
    <vt:lpwstr>Privileged</vt:lpwstr>
  </property>
  <property fmtid="{D5CDD505-2E9C-101B-9397-08002B2CF9AE}" pid="5" name="MSIP_Label_57443d00-af18-408c-9335-47b5de3ec9b9_Name">
    <vt:lpwstr>General v2</vt:lpwstr>
  </property>
  <property fmtid="{D5CDD505-2E9C-101B-9397-08002B2CF9AE}" pid="6" name="MSIP_Label_57443d00-af18-408c-9335-47b5de3ec9b9_SiteId">
    <vt:lpwstr>6e51e1ad-c54b-4b39-b598-0ffe9ae68fef</vt:lpwstr>
  </property>
  <property fmtid="{D5CDD505-2E9C-101B-9397-08002B2CF9AE}" pid="7" name="MSIP_Label_57443d00-af18-408c-9335-47b5de3ec9b9_ActionId">
    <vt:lpwstr>9b0de01a-a3d0-4869-9f3f-d851245d3ee9</vt:lpwstr>
  </property>
  <property fmtid="{D5CDD505-2E9C-101B-9397-08002B2CF9AE}" pid="8" name="MSIP_Label_57443d00-af18-408c-9335-47b5de3ec9b9_ContentBits">
    <vt:lpwstr>2</vt:lpwstr>
  </property>
  <property fmtid="{D5CDD505-2E9C-101B-9397-08002B2CF9AE}" pid="9" name="ClassificationContentMarkingFooterLocations">
    <vt:lpwstr>11_SE15_LIO_TextOnly V3:2</vt:lpwstr>
  </property>
  <property fmtid="{D5CDD505-2E9C-101B-9397-08002B2CF9AE}" pid="10" name="ClassificationContentMarkingFooterText">
    <vt:lpwstr>General</vt:lpwstr>
  </property>
  <property fmtid="{D5CDD505-2E9C-101B-9397-08002B2CF9AE}" pid="11" name="ContentTypeId">
    <vt:lpwstr>0x010100FA591B388A1C434DB498850B5BC905E3</vt:lpwstr>
  </property>
  <property fmtid="{D5CDD505-2E9C-101B-9397-08002B2CF9AE}" pid="12" name="MediaServiceImageTags">
    <vt:lpwstr/>
  </property>
</Properties>
</file>